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1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64" y="5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119F-F299-570B-1370-009A986A54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79789-0D83-9CD4-1C3C-32CBDFC10D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92F4E-01E0-21D4-FF81-C9897B789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3E7CA-234B-844B-48A6-B12162D0D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3341B3-CE52-6098-D839-6E8FAE73C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829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A8D72-5925-2E1D-B623-178EAECCE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379AD-A61A-D2AE-F0AB-A6FF897C6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8EB34-6BC8-42CE-5BCA-E921BB16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3250A-E826-9324-2928-739E76B1B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B7D51-FF34-6029-A321-292F8723E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394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B0658-F254-8C67-C9BD-FDE17395E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33304-CADE-504E-B77F-6ADBEAF87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D8B8E-E854-1DC7-EBB6-E2049521E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21C88-A7C7-229E-C38B-1226CC321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D04D9-93B3-0374-608A-D829B19B3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6349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E5AAF-0B40-3920-3970-34FEF6C9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D115B-C68E-C46B-7E1F-82238E442A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7B60A5-ADC3-9706-D980-5F99B5E706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80D743-AA33-13F9-291B-957CAACB6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DD318-F67C-2BF1-4BC9-B8EFDC3FB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D2A01-DE63-05FB-10CA-FDF8FF9A0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44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E99EC-C89A-DDD8-D171-12B1A731A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17D553-03AD-E310-611D-BF2EA9FFE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0860FD-74FB-9FF7-8C70-4432EC31C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3BB56E-60E3-2384-4D27-AC4A19B83B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E58D71-DEC7-75E2-F59F-DF7B0AE5D8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58FEDF-7547-0EDD-035D-122E458E1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72C188-32C4-2DB8-AB8C-800594379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291AA-12CD-0BBA-EF16-9153D33F6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570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BD991-6623-88CF-5CD9-25AFDD404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4F80A3-35BA-4FA4-EF48-80DF364A8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95001D-542E-E098-5A80-0AC3D9ADB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D9B8B5-A1A0-E684-ADE5-61552A07A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47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8723E7-2042-3121-ECD1-1D816D041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95C1F1-C3B0-5024-8CDC-3A125DD1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C7420-2076-E306-BCCF-E5E01BFBE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137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B91D4-BE7F-907E-B934-9FA075622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FE18-3E68-2A4B-2462-8C4BD7872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4AF97D-EF95-8CA7-9F31-BDF9C23EB6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BFBDC-2B64-2104-2534-B8CFE67C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AA70E8-8C80-AA09-0FB0-D6AEF4D2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F7E94-7BF1-E8BF-D501-9DCEAA839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420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C2E89-7863-8117-CCAC-893D14C29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B98793-97B9-2F0A-E10B-72A7B839AD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484F0C-8EC4-339A-FF8B-B9B0A407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AF904-17F2-B08A-366C-6F3F6F2D5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2A778A-EFFC-8C17-EAE9-D96E3E8C8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E98AE-9E4B-FBF3-8347-F00CFE25A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83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01001-E994-8DF1-A798-401252A79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642CC8-A2CE-09B1-D9FC-3327D4DE37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0FDD0-A74D-3977-24D9-47601BFF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D56AE-43BB-AEFC-7C32-6F07550A8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5A8BC-6F43-EA36-B005-2D703BF1E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912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C73451-12CA-6541-5CA2-F5E6BE5F83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47A2E2-D6FC-4D51-4C81-245771104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3399F-A129-6761-7F8E-96A7C4652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C1B025-0FA4-316E-CAE3-D56DBECAB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9ED31-5AAD-29DE-ED9B-140D0BBE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89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8290E8-3404-63EF-94F7-11DF893F8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EE7E82-AC60-4A20-BA0A-5C570A4DB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E77B55-934E-F2F7-B8BF-9102C93A0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B22DFD-DB99-45C6-9F20-54734D4D55A2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84F35-E62D-2B28-1258-AE20185FD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B8BFA-F98D-925A-7C95-760BDF74CF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1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EB6315-6EFD-16D2-9AC1-B6BB16ECCF41}"/>
              </a:ext>
            </a:extLst>
          </p:cNvPr>
          <p:cNvSpPr/>
          <p:nvPr/>
        </p:nvSpPr>
        <p:spPr>
          <a:xfrm>
            <a:off x="984738" y="902677"/>
            <a:ext cx="10146324" cy="484749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927AB9-A05C-B5F1-B09F-66975DE5F8DC}"/>
              </a:ext>
            </a:extLst>
          </p:cNvPr>
          <p:cNvCxnSpPr>
            <a:cxnSpLocks/>
          </p:cNvCxnSpPr>
          <p:nvPr/>
        </p:nvCxnSpPr>
        <p:spPr>
          <a:xfrm>
            <a:off x="6096000" y="0"/>
            <a:ext cx="0" cy="68580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Multiplication Sign 11">
            <a:extLst>
              <a:ext uri="{FF2B5EF4-FFF2-40B4-BE49-F238E27FC236}">
                <a16:creationId xmlns:a16="http://schemas.microsoft.com/office/drawing/2014/main" id="{FC261EE4-B1EB-F6B2-6073-75B6913DD69B}"/>
              </a:ext>
            </a:extLst>
          </p:cNvPr>
          <p:cNvSpPr/>
          <p:nvPr/>
        </p:nvSpPr>
        <p:spPr>
          <a:xfrm>
            <a:off x="4653388" y="1624137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4A1072E4-437E-C2F8-1896-73E7C537BAD8}"/>
              </a:ext>
            </a:extLst>
          </p:cNvPr>
          <p:cNvSpPr/>
          <p:nvPr/>
        </p:nvSpPr>
        <p:spPr>
          <a:xfrm>
            <a:off x="2331483" y="2313528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B7A1807-8D99-EDD9-0451-DB82B79ABC05}"/>
              </a:ext>
            </a:extLst>
          </p:cNvPr>
          <p:cNvSpPr/>
          <p:nvPr/>
        </p:nvSpPr>
        <p:spPr>
          <a:xfrm>
            <a:off x="2331483" y="4166265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Multiplication Sign 14">
            <a:extLst>
              <a:ext uri="{FF2B5EF4-FFF2-40B4-BE49-F238E27FC236}">
                <a16:creationId xmlns:a16="http://schemas.microsoft.com/office/drawing/2014/main" id="{B5CEEE48-BAD1-9938-A393-02CEB4ACF783}"/>
              </a:ext>
            </a:extLst>
          </p:cNvPr>
          <p:cNvSpPr/>
          <p:nvPr/>
        </p:nvSpPr>
        <p:spPr>
          <a:xfrm>
            <a:off x="384431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chemeClr val="tx1">
              <a:lumMod val="85000"/>
              <a:lumOff val="15000"/>
              <a:alpha val="78039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221090-67E6-3683-63DA-E602EDF7920C}"/>
              </a:ext>
            </a:extLst>
          </p:cNvPr>
          <p:cNvCxnSpPr>
            <a:cxnSpLocks/>
          </p:cNvCxnSpPr>
          <p:nvPr/>
        </p:nvCxnSpPr>
        <p:spPr>
          <a:xfrm>
            <a:off x="2985829" y="2771412"/>
            <a:ext cx="948349" cy="407601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9AFDA1-6A77-E51C-1A49-A7093EBD5EBA}"/>
              </a:ext>
            </a:extLst>
          </p:cNvPr>
          <p:cNvCxnSpPr>
            <a:cxnSpLocks/>
          </p:cNvCxnSpPr>
          <p:nvPr/>
        </p:nvCxnSpPr>
        <p:spPr>
          <a:xfrm flipV="1">
            <a:off x="2935327" y="3712086"/>
            <a:ext cx="998851" cy="59572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3ADF312-E986-E1DD-021E-3707313065CE}"/>
              </a:ext>
            </a:extLst>
          </p:cNvPr>
          <p:cNvCxnSpPr>
            <a:cxnSpLocks/>
          </p:cNvCxnSpPr>
          <p:nvPr/>
        </p:nvCxnSpPr>
        <p:spPr>
          <a:xfrm flipH="1">
            <a:off x="4472942" y="2387791"/>
            <a:ext cx="527178" cy="76724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23A9517-3343-3EA4-1BE5-34FD1910F796}"/>
              </a:ext>
            </a:extLst>
          </p:cNvPr>
          <p:cNvCxnSpPr>
            <a:cxnSpLocks/>
          </p:cNvCxnSpPr>
          <p:nvPr/>
        </p:nvCxnSpPr>
        <p:spPr>
          <a:xfrm flipH="1">
            <a:off x="4565898" y="3429000"/>
            <a:ext cx="3330057" cy="0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C2FE9769-B0B0-BD72-D4D0-593B8E3374C2}"/>
              </a:ext>
            </a:extLst>
          </p:cNvPr>
          <p:cNvSpPr/>
          <p:nvPr/>
        </p:nvSpPr>
        <p:spPr>
          <a:xfrm>
            <a:off x="776912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575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45453-027F-957B-82BE-5E1DFA9F6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461C83-2BB9-E9DD-8C21-E0162E39072E}"/>
              </a:ext>
            </a:extLst>
          </p:cNvPr>
          <p:cNvSpPr/>
          <p:nvPr/>
        </p:nvSpPr>
        <p:spPr>
          <a:xfrm>
            <a:off x="984738" y="902677"/>
            <a:ext cx="10146324" cy="484749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271FFF-03D4-968F-1B64-BBAE1559E7CD}"/>
              </a:ext>
            </a:extLst>
          </p:cNvPr>
          <p:cNvCxnSpPr>
            <a:cxnSpLocks/>
          </p:cNvCxnSpPr>
          <p:nvPr/>
        </p:nvCxnSpPr>
        <p:spPr>
          <a:xfrm>
            <a:off x="6096000" y="0"/>
            <a:ext cx="0" cy="6858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5B526914-56A0-54EB-AD18-9EBD12EB3D97}"/>
              </a:ext>
            </a:extLst>
          </p:cNvPr>
          <p:cNvSpPr/>
          <p:nvPr/>
        </p:nvSpPr>
        <p:spPr>
          <a:xfrm>
            <a:off x="1411296" y="1208146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Multiplication Sign 14">
            <a:extLst>
              <a:ext uri="{FF2B5EF4-FFF2-40B4-BE49-F238E27FC236}">
                <a16:creationId xmlns:a16="http://schemas.microsoft.com/office/drawing/2014/main" id="{F4B80D7E-C60A-A205-7AD3-89351DF79FE1}"/>
              </a:ext>
            </a:extLst>
          </p:cNvPr>
          <p:cNvSpPr/>
          <p:nvPr/>
        </p:nvSpPr>
        <p:spPr>
          <a:xfrm>
            <a:off x="384431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chemeClr val="tx1">
              <a:lumMod val="85000"/>
              <a:lumOff val="15000"/>
              <a:alpha val="78039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166F87F-1375-B960-FDF5-BFB13F79186D}"/>
              </a:ext>
            </a:extLst>
          </p:cNvPr>
          <p:cNvCxnSpPr>
            <a:cxnSpLocks/>
          </p:cNvCxnSpPr>
          <p:nvPr/>
        </p:nvCxnSpPr>
        <p:spPr>
          <a:xfrm>
            <a:off x="2090620" y="1858341"/>
            <a:ext cx="1843558" cy="132067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AE7629-BF6B-BF95-AEA7-06D04269FC26}"/>
              </a:ext>
            </a:extLst>
          </p:cNvPr>
          <p:cNvCxnSpPr>
            <a:cxnSpLocks/>
          </p:cNvCxnSpPr>
          <p:nvPr/>
        </p:nvCxnSpPr>
        <p:spPr>
          <a:xfrm flipH="1">
            <a:off x="4565898" y="3429000"/>
            <a:ext cx="1915925" cy="0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3C08EC25-74B9-0F52-3843-755318C83857}"/>
              </a:ext>
            </a:extLst>
          </p:cNvPr>
          <p:cNvSpPr/>
          <p:nvPr/>
        </p:nvSpPr>
        <p:spPr>
          <a:xfrm>
            <a:off x="6327282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360E28-92B0-E86F-E965-C122E6E3BEBF}"/>
              </a:ext>
            </a:extLst>
          </p:cNvPr>
          <p:cNvSpPr txBox="1"/>
          <p:nvPr/>
        </p:nvSpPr>
        <p:spPr>
          <a:xfrm>
            <a:off x="2985829" y="4999659"/>
            <a:ext cx="5004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31446-43AF-DA00-9215-87BCCB96926D}"/>
              </a:ext>
            </a:extLst>
          </p:cNvPr>
          <p:cNvSpPr txBox="1"/>
          <p:nvPr/>
        </p:nvSpPr>
        <p:spPr>
          <a:xfrm>
            <a:off x="8455486" y="4999659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27622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2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Phạm Thông</dc:creator>
  <cp:lastModifiedBy>Phạm Thông</cp:lastModifiedBy>
  <cp:revision>1</cp:revision>
  <dcterms:created xsi:type="dcterms:W3CDTF">2025-12-01T05:35:15Z</dcterms:created>
  <dcterms:modified xsi:type="dcterms:W3CDTF">2025-12-01T08:22:24Z</dcterms:modified>
</cp:coreProperties>
</file>