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AAAA"/>
    <a:srgbClr val="15608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03B015-2769-46C7-9465-E136DCA63CCF}" v="431" dt="2025-12-25T12:06:38.9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60"/>
  </p:normalViewPr>
  <p:slideViewPr>
    <p:cSldViewPr snapToGrid="0" showGuides="1">
      <p:cViewPr>
        <p:scale>
          <a:sx n="200" d="100"/>
          <a:sy n="200" d="100"/>
        </p:scale>
        <p:origin x="-1269" y="-16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ạm Thông" userId="cb1de41f-d0a9-4c8b-9095-fa88b5d4678f" providerId="ADAL" clId="{E2A0B859-04CE-4714-8C81-52AA70A7C49E}"/>
    <pc:docChg chg="undo redo custSel addSld modSld">
      <pc:chgData name="Phạm Thông" userId="cb1de41f-d0a9-4c8b-9095-fa88b5d4678f" providerId="ADAL" clId="{E2A0B859-04CE-4714-8C81-52AA70A7C49E}" dt="2025-12-25T12:06:45.120" v="1485" actId="1076"/>
      <pc:docMkLst>
        <pc:docMk/>
      </pc:docMkLst>
      <pc:sldChg chg="addSp delSp modSp new mod">
        <pc:chgData name="Phạm Thông" userId="cb1de41f-d0a9-4c8b-9095-fa88b5d4678f" providerId="ADAL" clId="{E2A0B859-04CE-4714-8C81-52AA70A7C49E}" dt="2025-12-17T08:09:02.471" v="350" actId="1076"/>
        <pc:sldMkLst>
          <pc:docMk/>
          <pc:sldMk cId="1982739507" sldId="259"/>
        </pc:sldMkLst>
        <pc:spChg chg="add mod">
          <ac:chgData name="Phạm Thông" userId="cb1de41f-d0a9-4c8b-9095-fa88b5d4678f" providerId="ADAL" clId="{E2A0B859-04CE-4714-8C81-52AA70A7C49E}" dt="2025-12-17T08:09:02.471" v="350" actId="1076"/>
          <ac:spMkLst>
            <pc:docMk/>
            <pc:sldMk cId="1982739507" sldId="259"/>
            <ac:spMk id="5" creationId="{BB2666C0-A672-84C8-E163-BC31F78754CC}"/>
          </ac:spMkLst>
        </pc:spChg>
        <pc:spChg chg="add mod">
          <ac:chgData name="Phạm Thông" userId="cb1de41f-d0a9-4c8b-9095-fa88b5d4678f" providerId="ADAL" clId="{E2A0B859-04CE-4714-8C81-52AA70A7C49E}" dt="2025-12-17T08:09:02.471" v="350" actId="1076"/>
          <ac:spMkLst>
            <pc:docMk/>
            <pc:sldMk cId="1982739507" sldId="259"/>
            <ac:spMk id="6" creationId="{2CFB5071-3481-210D-66BB-9ECB03B17FFF}"/>
          </ac:spMkLst>
        </pc:spChg>
        <pc:spChg chg="add mod">
          <ac:chgData name="Phạm Thông" userId="cb1de41f-d0a9-4c8b-9095-fa88b5d4678f" providerId="ADAL" clId="{E2A0B859-04CE-4714-8C81-52AA70A7C49E}" dt="2025-12-17T08:09:02.471" v="350" actId="1076"/>
          <ac:spMkLst>
            <pc:docMk/>
            <pc:sldMk cId="1982739507" sldId="259"/>
            <ac:spMk id="7" creationId="{3FF7B088-2672-4DBA-4014-684B633AF162}"/>
          </ac:spMkLst>
        </pc:spChg>
        <pc:spChg chg="add mod">
          <ac:chgData name="Phạm Thông" userId="cb1de41f-d0a9-4c8b-9095-fa88b5d4678f" providerId="ADAL" clId="{E2A0B859-04CE-4714-8C81-52AA70A7C49E}" dt="2025-12-17T08:09:02.471" v="350" actId="1076"/>
          <ac:spMkLst>
            <pc:docMk/>
            <pc:sldMk cId="1982739507" sldId="259"/>
            <ac:spMk id="8" creationId="{8D06E57F-793A-7D3F-FD92-D01A9CC5D175}"/>
          </ac:spMkLst>
        </pc:spChg>
        <pc:spChg chg="add mod">
          <ac:chgData name="Phạm Thông" userId="cb1de41f-d0a9-4c8b-9095-fa88b5d4678f" providerId="ADAL" clId="{E2A0B859-04CE-4714-8C81-52AA70A7C49E}" dt="2025-12-17T08:09:02.471" v="350" actId="1076"/>
          <ac:spMkLst>
            <pc:docMk/>
            <pc:sldMk cId="1982739507" sldId="259"/>
            <ac:spMk id="9" creationId="{13CA4451-23AA-A1B3-276E-88C22E383155}"/>
          </ac:spMkLst>
        </pc:spChg>
        <pc:spChg chg="add mod">
          <ac:chgData name="Phạm Thông" userId="cb1de41f-d0a9-4c8b-9095-fa88b5d4678f" providerId="ADAL" clId="{E2A0B859-04CE-4714-8C81-52AA70A7C49E}" dt="2025-12-17T08:09:02.471" v="350" actId="1076"/>
          <ac:spMkLst>
            <pc:docMk/>
            <pc:sldMk cId="1982739507" sldId="259"/>
            <ac:spMk id="16" creationId="{A9FC8192-3985-30F0-2892-750CDDE8E02B}"/>
          </ac:spMkLst>
        </pc:spChg>
        <pc:graphicFrameChg chg="add mod modGraphic">
          <ac:chgData name="Phạm Thông" userId="cb1de41f-d0a9-4c8b-9095-fa88b5d4678f" providerId="ADAL" clId="{E2A0B859-04CE-4714-8C81-52AA70A7C49E}" dt="2025-12-17T08:09:02.471" v="350" actId="1076"/>
          <ac:graphicFrameMkLst>
            <pc:docMk/>
            <pc:sldMk cId="1982739507" sldId="259"/>
            <ac:graphicFrameMk id="4" creationId="{796A3EDF-2948-6450-8FB7-1A31F3A1D096}"/>
          </ac:graphicFrameMkLst>
        </pc:graphicFrameChg>
        <pc:cxnChg chg="add mod">
          <ac:chgData name="Phạm Thông" userId="cb1de41f-d0a9-4c8b-9095-fa88b5d4678f" providerId="ADAL" clId="{E2A0B859-04CE-4714-8C81-52AA70A7C49E}" dt="2025-12-17T08:09:02.471" v="350" actId="1076"/>
          <ac:cxnSpMkLst>
            <pc:docMk/>
            <pc:sldMk cId="1982739507" sldId="259"/>
            <ac:cxnSpMk id="11" creationId="{5A86706F-5368-EB6E-4012-4509FE4CADDE}"/>
          </ac:cxnSpMkLst>
        </pc:cxnChg>
        <pc:cxnChg chg="add mod">
          <ac:chgData name="Phạm Thông" userId="cb1de41f-d0a9-4c8b-9095-fa88b5d4678f" providerId="ADAL" clId="{E2A0B859-04CE-4714-8C81-52AA70A7C49E}" dt="2025-12-17T08:09:02.471" v="350" actId="1076"/>
          <ac:cxnSpMkLst>
            <pc:docMk/>
            <pc:sldMk cId="1982739507" sldId="259"/>
            <ac:cxnSpMk id="12" creationId="{E79F5465-4852-9EAE-DF5F-FDE60C52C463}"/>
          </ac:cxnSpMkLst>
        </pc:cxnChg>
        <pc:cxnChg chg="add mod">
          <ac:chgData name="Phạm Thông" userId="cb1de41f-d0a9-4c8b-9095-fa88b5d4678f" providerId="ADAL" clId="{E2A0B859-04CE-4714-8C81-52AA70A7C49E}" dt="2025-12-17T08:09:02.471" v="350" actId="1076"/>
          <ac:cxnSpMkLst>
            <pc:docMk/>
            <pc:sldMk cId="1982739507" sldId="259"/>
            <ac:cxnSpMk id="20" creationId="{D1F3BBAD-DC0D-0092-ADAA-0645CD01CACF}"/>
          </ac:cxnSpMkLst>
        </pc:cxnChg>
      </pc:sldChg>
      <pc:sldChg chg="addSp modSp new mod">
        <pc:chgData name="Phạm Thông" userId="cb1de41f-d0a9-4c8b-9095-fa88b5d4678f" providerId="ADAL" clId="{E2A0B859-04CE-4714-8C81-52AA70A7C49E}" dt="2025-12-17T09:38:47.895" v="437" actId="1037"/>
        <pc:sldMkLst>
          <pc:docMk/>
          <pc:sldMk cId="3124328060" sldId="260"/>
        </pc:sldMkLst>
        <pc:spChg chg="add mod">
          <ac:chgData name="Phạm Thông" userId="cb1de41f-d0a9-4c8b-9095-fa88b5d4678f" providerId="ADAL" clId="{E2A0B859-04CE-4714-8C81-52AA70A7C49E}" dt="2025-12-17T09:33:58.053" v="414" actId="1076"/>
          <ac:spMkLst>
            <pc:docMk/>
            <pc:sldMk cId="3124328060" sldId="260"/>
            <ac:spMk id="5" creationId="{102A74F7-19F6-42D2-B829-D097D6436099}"/>
          </ac:spMkLst>
        </pc:spChg>
        <pc:spChg chg="add mod">
          <ac:chgData name="Phạm Thông" userId="cb1de41f-d0a9-4c8b-9095-fa88b5d4678f" providerId="ADAL" clId="{E2A0B859-04CE-4714-8C81-52AA70A7C49E}" dt="2025-12-17T09:33:55.788" v="413" actId="1076"/>
          <ac:spMkLst>
            <pc:docMk/>
            <pc:sldMk cId="3124328060" sldId="260"/>
            <ac:spMk id="6" creationId="{87033B32-854D-DB90-0FEC-75CE19139E8A}"/>
          </ac:spMkLst>
        </pc:spChg>
        <pc:spChg chg="add mod">
          <ac:chgData name="Phạm Thông" userId="cb1de41f-d0a9-4c8b-9095-fa88b5d4678f" providerId="ADAL" clId="{E2A0B859-04CE-4714-8C81-52AA70A7C49E}" dt="2025-12-17T09:38:29.641" v="428" actId="14100"/>
          <ac:spMkLst>
            <pc:docMk/>
            <pc:sldMk cId="3124328060" sldId="260"/>
            <ac:spMk id="11" creationId="{27202676-4A4C-BCC5-F094-0CFE21B4B157}"/>
          </ac:spMkLst>
        </pc:spChg>
        <pc:spChg chg="add mod">
          <ac:chgData name="Phạm Thông" userId="cb1de41f-d0a9-4c8b-9095-fa88b5d4678f" providerId="ADAL" clId="{E2A0B859-04CE-4714-8C81-52AA70A7C49E}" dt="2025-12-17T09:38:37.519" v="430" actId="1076"/>
          <ac:spMkLst>
            <pc:docMk/>
            <pc:sldMk cId="3124328060" sldId="260"/>
            <ac:spMk id="12" creationId="{D432C202-057C-80DD-A1E8-4479BAE67DED}"/>
          </ac:spMkLst>
        </pc:spChg>
        <pc:spChg chg="add mod">
          <ac:chgData name="Phạm Thông" userId="cb1de41f-d0a9-4c8b-9095-fa88b5d4678f" providerId="ADAL" clId="{E2A0B859-04CE-4714-8C81-52AA70A7C49E}" dt="2025-12-17T09:38:47.895" v="437" actId="1037"/>
          <ac:spMkLst>
            <pc:docMk/>
            <pc:sldMk cId="3124328060" sldId="260"/>
            <ac:spMk id="13" creationId="{20104AD8-2D74-F3F7-22CB-760DE816A47E}"/>
          </ac:spMkLst>
        </pc:spChg>
        <pc:graphicFrameChg chg="add mod modGraphic">
          <ac:chgData name="Phạm Thông" userId="cb1de41f-d0a9-4c8b-9095-fa88b5d4678f" providerId="ADAL" clId="{E2A0B859-04CE-4714-8C81-52AA70A7C49E}" dt="2025-12-17T09:32:37.657" v="380" actId="1076"/>
          <ac:graphicFrameMkLst>
            <pc:docMk/>
            <pc:sldMk cId="3124328060" sldId="260"/>
            <ac:graphicFrameMk id="2" creationId="{083D4EB6-0D7E-3B89-F33D-30EA238837A0}"/>
          </ac:graphicFrameMkLst>
        </pc:graphicFrameChg>
        <pc:graphicFrameChg chg="add mod modGraphic">
          <ac:chgData name="Phạm Thông" userId="cb1de41f-d0a9-4c8b-9095-fa88b5d4678f" providerId="ADAL" clId="{E2A0B859-04CE-4714-8C81-52AA70A7C49E}" dt="2025-12-17T09:32:57.286" v="387" actId="20577"/>
          <ac:graphicFrameMkLst>
            <pc:docMk/>
            <pc:sldMk cId="3124328060" sldId="260"/>
            <ac:graphicFrameMk id="4" creationId="{9F872D3E-AE22-8BCA-44E5-6B9D05199019}"/>
          </ac:graphicFrameMkLst>
        </pc:graphicFrameChg>
        <pc:cxnChg chg="add mod">
          <ac:chgData name="Phạm Thông" userId="cb1de41f-d0a9-4c8b-9095-fa88b5d4678f" providerId="ADAL" clId="{E2A0B859-04CE-4714-8C81-52AA70A7C49E}" dt="2025-12-17T09:34:21.379" v="418" actId="208"/>
          <ac:cxnSpMkLst>
            <pc:docMk/>
            <pc:sldMk cId="3124328060" sldId="260"/>
            <ac:cxnSpMk id="8" creationId="{D12D209C-01FA-D21F-9F8B-6FE345B04CFC}"/>
          </ac:cxnSpMkLst>
        </pc:cxnChg>
        <pc:cxnChg chg="add mod">
          <ac:chgData name="Phạm Thông" userId="cb1de41f-d0a9-4c8b-9095-fa88b5d4678f" providerId="ADAL" clId="{E2A0B859-04CE-4714-8C81-52AA70A7C49E}" dt="2025-12-17T09:34:30.815" v="420" actId="1076"/>
          <ac:cxnSpMkLst>
            <pc:docMk/>
            <pc:sldMk cId="3124328060" sldId="260"/>
            <ac:cxnSpMk id="9" creationId="{6B28568B-B40D-1765-AE63-888AEDC45CB7}"/>
          </ac:cxnSpMkLst>
        </pc:cxnChg>
        <pc:cxnChg chg="add mod">
          <ac:chgData name="Phạm Thông" userId="cb1de41f-d0a9-4c8b-9095-fa88b5d4678f" providerId="ADAL" clId="{E2A0B859-04CE-4714-8C81-52AA70A7C49E}" dt="2025-12-17T09:34:34.517" v="422" actId="1076"/>
          <ac:cxnSpMkLst>
            <pc:docMk/>
            <pc:sldMk cId="3124328060" sldId="260"/>
            <ac:cxnSpMk id="10" creationId="{699349DD-74A4-EDF6-B90B-52CA518BD680}"/>
          </ac:cxnSpMkLst>
        </pc:cxnChg>
      </pc:sldChg>
      <pc:sldChg chg="addSp modSp new mod">
        <pc:chgData name="Phạm Thông" userId="cb1de41f-d0a9-4c8b-9095-fa88b5d4678f" providerId="ADAL" clId="{E2A0B859-04CE-4714-8C81-52AA70A7C49E}" dt="2025-12-22T04:01:39.864" v="484" actId="1076"/>
        <pc:sldMkLst>
          <pc:docMk/>
          <pc:sldMk cId="2157018924" sldId="261"/>
        </pc:sldMkLst>
        <pc:spChg chg="add mod">
          <ac:chgData name="Phạm Thông" userId="cb1de41f-d0a9-4c8b-9095-fa88b5d4678f" providerId="ADAL" clId="{E2A0B859-04CE-4714-8C81-52AA70A7C49E}" dt="2025-12-22T04:01:31.805" v="483" actId="1076"/>
          <ac:spMkLst>
            <pc:docMk/>
            <pc:sldMk cId="2157018924" sldId="261"/>
            <ac:spMk id="4" creationId="{17CBBC60-B6DF-0658-5798-F732CD007897}"/>
          </ac:spMkLst>
        </pc:spChg>
        <pc:spChg chg="add mod">
          <ac:chgData name="Phạm Thông" userId="cb1de41f-d0a9-4c8b-9095-fa88b5d4678f" providerId="ADAL" clId="{E2A0B859-04CE-4714-8C81-52AA70A7C49E}" dt="2025-12-22T04:01:39.864" v="484" actId="1076"/>
          <ac:spMkLst>
            <pc:docMk/>
            <pc:sldMk cId="2157018924" sldId="261"/>
            <ac:spMk id="5" creationId="{7047CFA3-EE6F-5366-D92B-92BCB07E1B47}"/>
          </ac:spMkLst>
        </pc:spChg>
        <pc:picChg chg="add mod">
          <ac:chgData name="Phạm Thông" userId="cb1de41f-d0a9-4c8b-9095-fa88b5d4678f" providerId="ADAL" clId="{E2A0B859-04CE-4714-8C81-52AA70A7C49E}" dt="2025-12-22T04:01:25.363" v="482" actId="1076"/>
          <ac:picMkLst>
            <pc:docMk/>
            <pc:sldMk cId="2157018924" sldId="261"/>
            <ac:picMk id="3" creationId="{EE9099FA-FA64-5FA3-5CCD-EBF9B6AAD20F}"/>
          </ac:picMkLst>
        </pc:picChg>
      </pc:sldChg>
      <pc:sldChg chg="addSp modSp new mod">
        <pc:chgData name="Phạm Thông" userId="cb1de41f-d0a9-4c8b-9095-fa88b5d4678f" providerId="ADAL" clId="{E2A0B859-04CE-4714-8C81-52AA70A7C49E}" dt="2025-12-23T10:09:26.241" v="1001" actId="114"/>
        <pc:sldMkLst>
          <pc:docMk/>
          <pc:sldMk cId="1254439374" sldId="262"/>
        </pc:sldMkLst>
        <pc:spChg chg="add mod">
          <ac:chgData name="Phạm Thông" userId="cb1de41f-d0a9-4c8b-9095-fa88b5d4678f" providerId="ADAL" clId="{E2A0B859-04CE-4714-8C81-52AA70A7C49E}" dt="2025-12-23T10:06:54.121" v="916" actId="20577"/>
          <ac:spMkLst>
            <pc:docMk/>
            <pc:sldMk cId="1254439374" sldId="262"/>
            <ac:spMk id="4" creationId="{0D9BDEA9-FC50-DDF8-97A3-1090599B86D4}"/>
          </ac:spMkLst>
        </pc:spChg>
        <pc:spChg chg="add mod">
          <ac:chgData name="Phạm Thông" userId="cb1de41f-d0a9-4c8b-9095-fa88b5d4678f" providerId="ADAL" clId="{E2A0B859-04CE-4714-8C81-52AA70A7C49E}" dt="2025-12-23T10:07:11.885" v="921" actId="20577"/>
          <ac:spMkLst>
            <pc:docMk/>
            <pc:sldMk cId="1254439374" sldId="262"/>
            <ac:spMk id="5" creationId="{0584EADF-9E7B-F41E-29AA-9043BD324EE5}"/>
          </ac:spMkLst>
        </pc:spChg>
        <pc:spChg chg="add mod">
          <ac:chgData name="Phạm Thông" userId="cb1de41f-d0a9-4c8b-9095-fa88b5d4678f" providerId="ADAL" clId="{E2A0B859-04CE-4714-8C81-52AA70A7C49E}" dt="2025-12-23T10:07:19.354" v="925" actId="20577"/>
          <ac:spMkLst>
            <pc:docMk/>
            <pc:sldMk cId="1254439374" sldId="262"/>
            <ac:spMk id="6" creationId="{8E971AE7-6F5D-9507-1F2B-1A927D5E88D0}"/>
          </ac:spMkLst>
        </pc:spChg>
        <pc:spChg chg="add mod">
          <ac:chgData name="Phạm Thông" userId="cb1de41f-d0a9-4c8b-9095-fa88b5d4678f" providerId="ADAL" clId="{E2A0B859-04CE-4714-8C81-52AA70A7C49E}" dt="2025-12-23T10:07:26.173" v="943" actId="20577"/>
          <ac:spMkLst>
            <pc:docMk/>
            <pc:sldMk cId="1254439374" sldId="262"/>
            <ac:spMk id="7" creationId="{047FA349-78C2-4032-4412-2C68CFD92713}"/>
          </ac:spMkLst>
        </pc:spChg>
        <pc:spChg chg="add mod">
          <ac:chgData name="Phạm Thông" userId="cb1de41f-d0a9-4c8b-9095-fa88b5d4678f" providerId="ADAL" clId="{E2A0B859-04CE-4714-8C81-52AA70A7C49E}" dt="2025-12-23T10:09:26.241" v="1001" actId="114"/>
          <ac:spMkLst>
            <pc:docMk/>
            <pc:sldMk cId="1254439374" sldId="262"/>
            <ac:spMk id="8" creationId="{3E59DC15-6224-7DF5-6157-150831AAFABE}"/>
          </ac:spMkLst>
        </pc:spChg>
        <pc:spChg chg="add mod">
          <ac:chgData name="Phạm Thông" userId="cb1de41f-d0a9-4c8b-9095-fa88b5d4678f" providerId="ADAL" clId="{E2A0B859-04CE-4714-8C81-52AA70A7C49E}" dt="2025-12-22T04:15:33.775" v="785" actId="1076"/>
          <ac:spMkLst>
            <pc:docMk/>
            <pc:sldMk cId="1254439374" sldId="262"/>
            <ac:spMk id="9" creationId="{31459236-C13C-F462-7E8C-1EC248865111}"/>
          </ac:spMkLst>
        </pc:spChg>
        <pc:spChg chg="add mod">
          <ac:chgData name="Phạm Thông" userId="cb1de41f-d0a9-4c8b-9095-fa88b5d4678f" providerId="ADAL" clId="{E2A0B859-04CE-4714-8C81-52AA70A7C49E}" dt="2025-12-22T04:16:22.878" v="853" actId="1036"/>
          <ac:spMkLst>
            <pc:docMk/>
            <pc:sldMk cId="1254439374" sldId="262"/>
            <ac:spMk id="10" creationId="{DDB9E504-415D-F6CF-3EEC-C1881488066A}"/>
          </ac:spMkLst>
        </pc:spChg>
        <pc:spChg chg="add mod">
          <ac:chgData name="Phạm Thông" userId="cb1de41f-d0a9-4c8b-9095-fa88b5d4678f" providerId="ADAL" clId="{E2A0B859-04CE-4714-8C81-52AA70A7C49E}" dt="2025-12-23T10:08:15.060" v="957" actId="1076"/>
          <ac:spMkLst>
            <pc:docMk/>
            <pc:sldMk cId="1254439374" sldId="262"/>
            <ac:spMk id="11" creationId="{5AD849E9-AA77-21A0-BBDB-E31E39CDB1DB}"/>
          </ac:spMkLst>
        </pc:spChg>
        <pc:spChg chg="add mod">
          <ac:chgData name="Phạm Thông" userId="cb1de41f-d0a9-4c8b-9095-fa88b5d4678f" providerId="ADAL" clId="{E2A0B859-04CE-4714-8C81-52AA70A7C49E}" dt="2025-12-23T10:08:46.090" v="979" actId="1076"/>
          <ac:spMkLst>
            <pc:docMk/>
            <pc:sldMk cId="1254439374" sldId="262"/>
            <ac:spMk id="12" creationId="{F6FDC299-5ED1-0534-4EC4-AD44F7F18F82}"/>
          </ac:spMkLst>
        </pc:spChg>
        <pc:spChg chg="add mod">
          <ac:chgData name="Phạm Thông" userId="cb1de41f-d0a9-4c8b-9095-fa88b5d4678f" providerId="ADAL" clId="{E2A0B859-04CE-4714-8C81-52AA70A7C49E}" dt="2025-12-23T10:08:54.981" v="994" actId="1076"/>
          <ac:spMkLst>
            <pc:docMk/>
            <pc:sldMk cId="1254439374" sldId="262"/>
            <ac:spMk id="13" creationId="{9CA381FA-6D84-A699-F542-5E46EAF1804E}"/>
          </ac:spMkLst>
        </pc:spChg>
        <pc:spChg chg="add mod">
          <ac:chgData name="Phạm Thông" userId="cb1de41f-d0a9-4c8b-9095-fa88b5d4678f" providerId="ADAL" clId="{E2A0B859-04CE-4714-8C81-52AA70A7C49E}" dt="2025-12-23T10:09:07.850" v="999" actId="1038"/>
          <ac:spMkLst>
            <pc:docMk/>
            <pc:sldMk cId="1254439374" sldId="262"/>
            <ac:spMk id="14" creationId="{950381AC-2A7F-3C72-5F68-7CFA62EFA367}"/>
          </ac:spMkLst>
        </pc:spChg>
        <pc:spChg chg="add mod ord">
          <ac:chgData name="Phạm Thông" userId="cb1de41f-d0a9-4c8b-9095-fa88b5d4678f" providerId="ADAL" clId="{E2A0B859-04CE-4714-8C81-52AA70A7C49E}" dt="2025-12-22T04:15:38.332" v="787" actId="1076"/>
          <ac:spMkLst>
            <pc:docMk/>
            <pc:sldMk cId="1254439374" sldId="262"/>
            <ac:spMk id="15" creationId="{68F657CB-7E90-9DC3-A742-E0F57E338D52}"/>
          </ac:spMkLst>
        </pc:spChg>
        <pc:spChg chg="add mod ord">
          <ac:chgData name="Phạm Thông" userId="cb1de41f-d0a9-4c8b-9095-fa88b5d4678f" providerId="ADAL" clId="{E2A0B859-04CE-4714-8C81-52AA70A7C49E}" dt="2025-12-22T04:13:17.017" v="768" actId="167"/>
          <ac:spMkLst>
            <pc:docMk/>
            <pc:sldMk cId="1254439374" sldId="262"/>
            <ac:spMk id="16" creationId="{43DA85D0-0269-8E9A-DAA9-3E053B95CA91}"/>
          </ac:spMkLst>
        </pc:spChg>
        <pc:picChg chg="add mod ord modCrop">
          <ac:chgData name="Phạm Thông" userId="cb1de41f-d0a9-4c8b-9095-fa88b5d4678f" providerId="ADAL" clId="{E2A0B859-04CE-4714-8C81-52AA70A7C49E}" dt="2025-12-22T04:15:07.007" v="780" actId="12788"/>
          <ac:picMkLst>
            <pc:docMk/>
            <pc:sldMk cId="1254439374" sldId="262"/>
            <ac:picMk id="3" creationId="{3EA9C69C-C618-5E5C-A1A5-C00B0EA4B2E8}"/>
          </ac:picMkLst>
        </pc:picChg>
        <pc:picChg chg="add mod ord modCrop">
          <ac:chgData name="Phạm Thông" userId="cb1de41f-d0a9-4c8b-9095-fa88b5d4678f" providerId="ADAL" clId="{E2A0B859-04CE-4714-8C81-52AA70A7C49E}" dt="2025-12-23T10:08:10.369" v="956" actId="1076"/>
          <ac:picMkLst>
            <pc:docMk/>
            <pc:sldMk cId="1254439374" sldId="262"/>
            <ac:picMk id="18" creationId="{3F7D8D6B-91A0-3AEA-31F4-CE8487FC695B}"/>
          </ac:picMkLst>
        </pc:picChg>
      </pc:sldChg>
      <pc:sldChg chg="addSp delSp modSp new mod">
        <pc:chgData name="Phạm Thông" userId="cb1de41f-d0a9-4c8b-9095-fa88b5d4678f" providerId="ADAL" clId="{E2A0B859-04CE-4714-8C81-52AA70A7C49E}" dt="2025-12-25T11:36:16.930" v="1404" actId="1076"/>
        <pc:sldMkLst>
          <pc:docMk/>
          <pc:sldMk cId="2573557612" sldId="263"/>
        </pc:sldMkLst>
        <pc:spChg chg="add mod">
          <ac:chgData name="Phạm Thông" userId="cb1de41f-d0a9-4c8b-9095-fa88b5d4678f" providerId="ADAL" clId="{E2A0B859-04CE-4714-8C81-52AA70A7C49E}" dt="2025-12-25T10:06:49.173" v="1185"/>
          <ac:spMkLst>
            <pc:docMk/>
            <pc:sldMk cId="2573557612" sldId="263"/>
            <ac:spMk id="2" creationId="{16D1EFE5-24B5-4AE9-70AB-FDC326F85AC2}"/>
          </ac:spMkLst>
        </pc:spChg>
        <pc:spChg chg="add mod">
          <ac:chgData name="Phạm Thông" userId="cb1de41f-d0a9-4c8b-9095-fa88b5d4678f" providerId="ADAL" clId="{E2A0B859-04CE-4714-8C81-52AA70A7C49E}" dt="2025-12-25T11:34:16.395" v="1390"/>
          <ac:spMkLst>
            <pc:docMk/>
            <pc:sldMk cId="2573557612" sldId="263"/>
            <ac:spMk id="3" creationId="{26C308B8-AD59-6CAD-AE51-5F3337C4A731}"/>
          </ac:spMkLst>
        </pc:spChg>
        <pc:spChg chg="add mod">
          <ac:chgData name="Phạm Thông" userId="cb1de41f-d0a9-4c8b-9095-fa88b5d4678f" providerId="ADAL" clId="{E2A0B859-04CE-4714-8C81-52AA70A7C49E}" dt="2025-12-25T11:33:52.992" v="1384" actId="1076"/>
          <ac:spMkLst>
            <pc:docMk/>
            <pc:sldMk cId="2573557612" sldId="263"/>
            <ac:spMk id="4" creationId="{EA5918C9-0B09-2A78-00E3-AF52FC682799}"/>
          </ac:spMkLst>
        </pc:spChg>
        <pc:spChg chg="add mod ord">
          <ac:chgData name="Phạm Thông" userId="cb1de41f-d0a9-4c8b-9095-fa88b5d4678f" providerId="ADAL" clId="{E2A0B859-04CE-4714-8C81-52AA70A7C49E}" dt="2025-12-25T11:34:16.395" v="1390"/>
          <ac:spMkLst>
            <pc:docMk/>
            <pc:sldMk cId="2573557612" sldId="263"/>
            <ac:spMk id="5" creationId="{DF4BA13C-4FC0-02DB-1761-205351ABD93E}"/>
          </ac:spMkLst>
        </pc:spChg>
        <pc:spChg chg="add mod">
          <ac:chgData name="Phạm Thông" userId="cb1de41f-d0a9-4c8b-9095-fa88b5d4678f" providerId="ADAL" clId="{E2A0B859-04CE-4714-8C81-52AA70A7C49E}" dt="2025-12-25T11:33:52.992" v="1384" actId="1076"/>
          <ac:spMkLst>
            <pc:docMk/>
            <pc:sldMk cId="2573557612" sldId="263"/>
            <ac:spMk id="6" creationId="{0C80F49D-BE41-ED29-B888-EC7AB59E7B40}"/>
          </ac:spMkLst>
        </pc:spChg>
        <pc:spChg chg="add mod">
          <ac:chgData name="Phạm Thông" userId="cb1de41f-d0a9-4c8b-9095-fa88b5d4678f" providerId="ADAL" clId="{E2A0B859-04CE-4714-8C81-52AA70A7C49E}" dt="2025-12-25T11:33:52.992" v="1384" actId="1076"/>
          <ac:spMkLst>
            <pc:docMk/>
            <pc:sldMk cId="2573557612" sldId="263"/>
            <ac:spMk id="7" creationId="{7B04C046-5D3F-9211-E532-B8646109932B}"/>
          </ac:spMkLst>
        </pc:spChg>
        <pc:spChg chg="add mod">
          <ac:chgData name="Phạm Thông" userId="cb1de41f-d0a9-4c8b-9095-fa88b5d4678f" providerId="ADAL" clId="{E2A0B859-04CE-4714-8C81-52AA70A7C49E}" dt="2025-12-25T11:34:16.395" v="1390"/>
          <ac:spMkLst>
            <pc:docMk/>
            <pc:sldMk cId="2573557612" sldId="263"/>
            <ac:spMk id="8" creationId="{042236A2-6D0A-E2FD-C249-5B435C9167A3}"/>
          </ac:spMkLst>
        </pc:spChg>
        <pc:spChg chg="add mod ord">
          <ac:chgData name="Phạm Thông" userId="cb1de41f-d0a9-4c8b-9095-fa88b5d4678f" providerId="ADAL" clId="{E2A0B859-04CE-4714-8C81-52AA70A7C49E}" dt="2025-12-25T11:34:16.395" v="1390"/>
          <ac:spMkLst>
            <pc:docMk/>
            <pc:sldMk cId="2573557612" sldId="263"/>
            <ac:spMk id="9" creationId="{504F7D07-D6F4-DBE0-48EF-9029431A5A3F}"/>
          </ac:spMkLst>
        </pc:spChg>
        <pc:spChg chg="add mod">
          <ac:chgData name="Phạm Thông" userId="cb1de41f-d0a9-4c8b-9095-fa88b5d4678f" providerId="ADAL" clId="{E2A0B859-04CE-4714-8C81-52AA70A7C49E}" dt="2025-12-25T11:34:16.395" v="1390"/>
          <ac:spMkLst>
            <pc:docMk/>
            <pc:sldMk cId="2573557612" sldId="263"/>
            <ac:spMk id="10" creationId="{D5AB5669-26B8-BDAF-CC32-16C7957A1E42}"/>
          </ac:spMkLst>
        </pc:spChg>
        <pc:spChg chg="add mod">
          <ac:chgData name="Phạm Thông" userId="cb1de41f-d0a9-4c8b-9095-fa88b5d4678f" providerId="ADAL" clId="{E2A0B859-04CE-4714-8C81-52AA70A7C49E}" dt="2025-12-25T11:34:16.395" v="1390"/>
          <ac:spMkLst>
            <pc:docMk/>
            <pc:sldMk cId="2573557612" sldId="263"/>
            <ac:spMk id="11" creationId="{4759778D-76AB-68EC-813D-804A05E54794}"/>
          </ac:spMkLst>
        </pc:spChg>
        <pc:spChg chg="add del mod">
          <ac:chgData name="Phạm Thông" userId="cb1de41f-d0a9-4c8b-9095-fa88b5d4678f" providerId="ADAL" clId="{E2A0B859-04CE-4714-8C81-52AA70A7C49E}" dt="2025-12-25T09:54:04.164" v="1038" actId="478"/>
          <ac:spMkLst>
            <pc:docMk/>
            <pc:sldMk cId="2573557612" sldId="263"/>
            <ac:spMk id="12" creationId="{87F2D236-E68F-C816-7016-FF4BFCEA5C14}"/>
          </ac:spMkLst>
        </pc:spChg>
        <pc:spChg chg="add del mod">
          <ac:chgData name="Phạm Thông" userId="cb1de41f-d0a9-4c8b-9095-fa88b5d4678f" providerId="ADAL" clId="{E2A0B859-04CE-4714-8C81-52AA70A7C49E}" dt="2025-12-25T09:54:04.917" v="1039" actId="478"/>
          <ac:spMkLst>
            <pc:docMk/>
            <pc:sldMk cId="2573557612" sldId="263"/>
            <ac:spMk id="13" creationId="{1F63B1E6-7F52-0EAF-C216-9C13D6D5758A}"/>
          </ac:spMkLst>
        </pc:spChg>
        <pc:spChg chg="add del mod">
          <ac:chgData name="Phạm Thông" userId="cb1de41f-d0a9-4c8b-9095-fa88b5d4678f" providerId="ADAL" clId="{E2A0B859-04CE-4714-8C81-52AA70A7C49E}" dt="2025-12-25T09:54:04.917" v="1039" actId="478"/>
          <ac:spMkLst>
            <pc:docMk/>
            <pc:sldMk cId="2573557612" sldId="263"/>
            <ac:spMk id="14" creationId="{4BDEBBD2-1C67-161A-60FF-DB2EE42089FA}"/>
          </ac:spMkLst>
        </pc:spChg>
        <pc:spChg chg="add del mod">
          <ac:chgData name="Phạm Thông" userId="cb1de41f-d0a9-4c8b-9095-fa88b5d4678f" providerId="ADAL" clId="{E2A0B859-04CE-4714-8C81-52AA70A7C49E}" dt="2025-12-25T09:54:04.917" v="1039" actId="478"/>
          <ac:spMkLst>
            <pc:docMk/>
            <pc:sldMk cId="2573557612" sldId="263"/>
            <ac:spMk id="15" creationId="{C1B0064E-3B68-A1BE-B730-250FB341FC85}"/>
          </ac:spMkLst>
        </pc:spChg>
        <pc:spChg chg="add del mod">
          <ac:chgData name="Phạm Thông" userId="cb1de41f-d0a9-4c8b-9095-fa88b5d4678f" providerId="ADAL" clId="{E2A0B859-04CE-4714-8C81-52AA70A7C49E}" dt="2025-12-25T09:54:04.917" v="1039" actId="478"/>
          <ac:spMkLst>
            <pc:docMk/>
            <pc:sldMk cId="2573557612" sldId="263"/>
            <ac:spMk id="16" creationId="{6A4F97EA-713C-137F-C863-653BAAD37919}"/>
          </ac:spMkLst>
        </pc:spChg>
        <pc:spChg chg="add del mod">
          <ac:chgData name="Phạm Thông" userId="cb1de41f-d0a9-4c8b-9095-fa88b5d4678f" providerId="ADAL" clId="{E2A0B859-04CE-4714-8C81-52AA70A7C49E}" dt="2025-12-25T09:54:04.917" v="1039" actId="478"/>
          <ac:spMkLst>
            <pc:docMk/>
            <pc:sldMk cId="2573557612" sldId="263"/>
            <ac:spMk id="17" creationId="{9AB5E573-8FAB-BAD8-C576-82DFE2DAC58C}"/>
          </ac:spMkLst>
        </pc:spChg>
        <pc:spChg chg="add del mod">
          <ac:chgData name="Phạm Thông" userId="cb1de41f-d0a9-4c8b-9095-fa88b5d4678f" providerId="ADAL" clId="{E2A0B859-04CE-4714-8C81-52AA70A7C49E}" dt="2025-12-25T09:54:04.917" v="1039" actId="478"/>
          <ac:spMkLst>
            <pc:docMk/>
            <pc:sldMk cId="2573557612" sldId="263"/>
            <ac:spMk id="18" creationId="{3DED3D4F-80E3-91FF-B9CE-A97DCC2BF1E3}"/>
          </ac:spMkLst>
        </pc:spChg>
        <pc:spChg chg="add del mod">
          <ac:chgData name="Phạm Thông" userId="cb1de41f-d0a9-4c8b-9095-fa88b5d4678f" providerId="ADAL" clId="{E2A0B859-04CE-4714-8C81-52AA70A7C49E}" dt="2025-12-25T09:54:04.917" v="1039" actId="478"/>
          <ac:spMkLst>
            <pc:docMk/>
            <pc:sldMk cId="2573557612" sldId="263"/>
            <ac:spMk id="19" creationId="{71CF3D35-BB0E-FC5B-A1F2-F67133575720}"/>
          </ac:spMkLst>
        </pc:spChg>
        <pc:spChg chg="add del mod">
          <ac:chgData name="Phạm Thông" userId="cb1de41f-d0a9-4c8b-9095-fa88b5d4678f" providerId="ADAL" clId="{E2A0B859-04CE-4714-8C81-52AA70A7C49E}" dt="2025-12-25T09:54:04.917" v="1039" actId="478"/>
          <ac:spMkLst>
            <pc:docMk/>
            <pc:sldMk cId="2573557612" sldId="263"/>
            <ac:spMk id="20" creationId="{2087085A-B90D-C8E3-EA23-BD6302A672A7}"/>
          </ac:spMkLst>
        </pc:spChg>
        <pc:spChg chg="add del mod">
          <ac:chgData name="Phạm Thông" userId="cb1de41f-d0a9-4c8b-9095-fa88b5d4678f" providerId="ADAL" clId="{E2A0B859-04CE-4714-8C81-52AA70A7C49E}" dt="2025-12-25T09:54:04.917" v="1039" actId="478"/>
          <ac:spMkLst>
            <pc:docMk/>
            <pc:sldMk cId="2573557612" sldId="263"/>
            <ac:spMk id="21" creationId="{DF8D44F7-C8DC-E885-F470-606D8A17C55B}"/>
          </ac:spMkLst>
        </pc:spChg>
        <pc:spChg chg="add mod">
          <ac:chgData name="Phạm Thông" userId="cb1de41f-d0a9-4c8b-9095-fa88b5d4678f" providerId="ADAL" clId="{E2A0B859-04CE-4714-8C81-52AA70A7C49E}" dt="2025-12-25T09:54:37.610" v="1053"/>
          <ac:spMkLst>
            <pc:docMk/>
            <pc:sldMk cId="2573557612" sldId="263"/>
            <ac:spMk id="22" creationId="{D8DDDC99-8EC8-F28D-B8DA-99333E1D1CC1}"/>
          </ac:spMkLst>
        </pc:spChg>
        <pc:spChg chg="add mod">
          <ac:chgData name="Phạm Thông" userId="cb1de41f-d0a9-4c8b-9095-fa88b5d4678f" providerId="ADAL" clId="{E2A0B859-04CE-4714-8C81-52AA70A7C49E}" dt="2025-12-25T09:54:37.610" v="1053"/>
          <ac:spMkLst>
            <pc:docMk/>
            <pc:sldMk cId="2573557612" sldId="263"/>
            <ac:spMk id="23" creationId="{2FFD638A-A1A7-B20C-ABDE-FEAEBC5BDDE5}"/>
          </ac:spMkLst>
        </pc:spChg>
        <pc:spChg chg="add mod">
          <ac:chgData name="Phạm Thông" userId="cb1de41f-d0a9-4c8b-9095-fa88b5d4678f" providerId="ADAL" clId="{E2A0B859-04CE-4714-8C81-52AA70A7C49E}" dt="2025-12-25T09:54:37.610" v="1053"/>
          <ac:spMkLst>
            <pc:docMk/>
            <pc:sldMk cId="2573557612" sldId="263"/>
            <ac:spMk id="24" creationId="{12BAFD2A-2745-72B6-7FB2-AD5CB21095C5}"/>
          </ac:spMkLst>
        </pc:spChg>
        <pc:spChg chg="add mod">
          <ac:chgData name="Phạm Thông" userId="cb1de41f-d0a9-4c8b-9095-fa88b5d4678f" providerId="ADAL" clId="{E2A0B859-04CE-4714-8C81-52AA70A7C49E}" dt="2025-12-25T09:54:37.610" v="1053"/>
          <ac:spMkLst>
            <pc:docMk/>
            <pc:sldMk cId="2573557612" sldId="263"/>
            <ac:spMk id="25" creationId="{A4780910-40D8-2D29-B017-66EDD2857B84}"/>
          </ac:spMkLst>
        </pc:spChg>
        <pc:spChg chg="add mod">
          <ac:chgData name="Phạm Thông" userId="cb1de41f-d0a9-4c8b-9095-fa88b5d4678f" providerId="ADAL" clId="{E2A0B859-04CE-4714-8C81-52AA70A7C49E}" dt="2025-12-25T09:54:37.610" v="1053"/>
          <ac:spMkLst>
            <pc:docMk/>
            <pc:sldMk cId="2573557612" sldId="263"/>
            <ac:spMk id="26" creationId="{A7327B43-2FB7-3CD4-26A8-4C4D8A17DCD0}"/>
          </ac:spMkLst>
        </pc:spChg>
        <pc:spChg chg="add mod">
          <ac:chgData name="Phạm Thông" userId="cb1de41f-d0a9-4c8b-9095-fa88b5d4678f" providerId="ADAL" clId="{E2A0B859-04CE-4714-8C81-52AA70A7C49E}" dt="2025-12-25T09:54:37.610" v="1053"/>
          <ac:spMkLst>
            <pc:docMk/>
            <pc:sldMk cId="2573557612" sldId="263"/>
            <ac:spMk id="27" creationId="{F77FBE57-E9B2-555F-D5D3-88121272A125}"/>
          </ac:spMkLst>
        </pc:spChg>
        <pc:spChg chg="add mod">
          <ac:chgData name="Phạm Thông" userId="cb1de41f-d0a9-4c8b-9095-fa88b5d4678f" providerId="ADAL" clId="{E2A0B859-04CE-4714-8C81-52AA70A7C49E}" dt="2025-12-25T09:54:37.610" v="1053"/>
          <ac:spMkLst>
            <pc:docMk/>
            <pc:sldMk cId="2573557612" sldId="263"/>
            <ac:spMk id="28" creationId="{02F39196-D084-20E9-3D27-5F6C312A8EFA}"/>
          </ac:spMkLst>
        </pc:spChg>
        <pc:spChg chg="add mod">
          <ac:chgData name="Phạm Thông" userId="cb1de41f-d0a9-4c8b-9095-fa88b5d4678f" providerId="ADAL" clId="{E2A0B859-04CE-4714-8C81-52AA70A7C49E}" dt="2025-12-25T09:54:37.610" v="1053"/>
          <ac:spMkLst>
            <pc:docMk/>
            <pc:sldMk cId="2573557612" sldId="263"/>
            <ac:spMk id="29" creationId="{59B754BC-93AB-6BAE-15ED-715DDB74B148}"/>
          </ac:spMkLst>
        </pc:spChg>
        <pc:spChg chg="add mod">
          <ac:chgData name="Phạm Thông" userId="cb1de41f-d0a9-4c8b-9095-fa88b5d4678f" providerId="ADAL" clId="{E2A0B859-04CE-4714-8C81-52AA70A7C49E}" dt="2025-12-25T09:54:37.610" v="1053"/>
          <ac:spMkLst>
            <pc:docMk/>
            <pc:sldMk cId="2573557612" sldId="263"/>
            <ac:spMk id="30" creationId="{E13C793F-8DAE-364A-11C6-EE64D738560E}"/>
          </ac:spMkLst>
        </pc:spChg>
        <pc:spChg chg="add mod">
          <ac:chgData name="Phạm Thông" userId="cb1de41f-d0a9-4c8b-9095-fa88b5d4678f" providerId="ADAL" clId="{E2A0B859-04CE-4714-8C81-52AA70A7C49E}" dt="2025-12-25T09:54:37.610" v="1053"/>
          <ac:spMkLst>
            <pc:docMk/>
            <pc:sldMk cId="2573557612" sldId="263"/>
            <ac:spMk id="31" creationId="{44C7D6CD-EF29-DFFE-72A3-431A663229F2}"/>
          </ac:spMkLst>
        </pc:spChg>
        <pc:spChg chg="add del mod">
          <ac:chgData name="Phạm Thông" userId="cb1de41f-d0a9-4c8b-9095-fa88b5d4678f" providerId="ADAL" clId="{E2A0B859-04CE-4714-8C81-52AA70A7C49E}" dt="2025-12-25T10:03:00.946" v="1139" actId="478"/>
          <ac:spMkLst>
            <pc:docMk/>
            <pc:sldMk cId="2573557612" sldId="263"/>
            <ac:spMk id="32" creationId="{424BDC3E-831B-D028-7B45-D234C2554338}"/>
          </ac:spMkLst>
        </pc:spChg>
        <pc:spChg chg="add del mod">
          <ac:chgData name="Phạm Thông" userId="cb1de41f-d0a9-4c8b-9095-fa88b5d4678f" providerId="ADAL" clId="{E2A0B859-04CE-4714-8C81-52AA70A7C49E}" dt="2025-12-25T10:03:00.946" v="1139" actId="478"/>
          <ac:spMkLst>
            <pc:docMk/>
            <pc:sldMk cId="2573557612" sldId="263"/>
            <ac:spMk id="33" creationId="{BBC9625B-DE05-9D5F-972A-E71F798A973E}"/>
          </ac:spMkLst>
        </pc:spChg>
        <pc:spChg chg="add del mod">
          <ac:chgData name="Phạm Thông" userId="cb1de41f-d0a9-4c8b-9095-fa88b5d4678f" providerId="ADAL" clId="{E2A0B859-04CE-4714-8C81-52AA70A7C49E}" dt="2025-12-25T10:03:00.946" v="1139" actId="478"/>
          <ac:spMkLst>
            <pc:docMk/>
            <pc:sldMk cId="2573557612" sldId="263"/>
            <ac:spMk id="34" creationId="{7957CFA2-E233-AD06-A3BF-0BD92BA14C86}"/>
          </ac:spMkLst>
        </pc:spChg>
        <pc:spChg chg="add del mod">
          <ac:chgData name="Phạm Thông" userId="cb1de41f-d0a9-4c8b-9095-fa88b5d4678f" providerId="ADAL" clId="{E2A0B859-04CE-4714-8C81-52AA70A7C49E}" dt="2025-12-25T10:03:00.946" v="1139" actId="478"/>
          <ac:spMkLst>
            <pc:docMk/>
            <pc:sldMk cId="2573557612" sldId="263"/>
            <ac:spMk id="35" creationId="{D6EB932D-E554-E956-A0D0-4647E43B5E29}"/>
          </ac:spMkLst>
        </pc:spChg>
        <pc:spChg chg="add del mod">
          <ac:chgData name="Phạm Thông" userId="cb1de41f-d0a9-4c8b-9095-fa88b5d4678f" providerId="ADAL" clId="{E2A0B859-04CE-4714-8C81-52AA70A7C49E}" dt="2025-12-25T10:03:00.946" v="1139" actId="478"/>
          <ac:spMkLst>
            <pc:docMk/>
            <pc:sldMk cId="2573557612" sldId="263"/>
            <ac:spMk id="36" creationId="{8F5883B2-7699-B354-D338-BF020F303895}"/>
          </ac:spMkLst>
        </pc:spChg>
        <pc:spChg chg="add del mod">
          <ac:chgData name="Phạm Thông" userId="cb1de41f-d0a9-4c8b-9095-fa88b5d4678f" providerId="ADAL" clId="{E2A0B859-04CE-4714-8C81-52AA70A7C49E}" dt="2025-12-25T10:03:00.946" v="1139" actId="478"/>
          <ac:spMkLst>
            <pc:docMk/>
            <pc:sldMk cId="2573557612" sldId="263"/>
            <ac:spMk id="37" creationId="{CDB13274-27DF-D438-6B74-DA558CBFB79E}"/>
          </ac:spMkLst>
        </pc:spChg>
        <pc:spChg chg="add del mod">
          <ac:chgData name="Phạm Thông" userId="cb1de41f-d0a9-4c8b-9095-fa88b5d4678f" providerId="ADAL" clId="{E2A0B859-04CE-4714-8C81-52AA70A7C49E}" dt="2025-12-25T10:03:00.946" v="1139" actId="478"/>
          <ac:spMkLst>
            <pc:docMk/>
            <pc:sldMk cId="2573557612" sldId="263"/>
            <ac:spMk id="38" creationId="{13744022-8D56-8BEF-8DAA-46D8D157A669}"/>
          </ac:spMkLst>
        </pc:spChg>
        <pc:spChg chg="add del mod">
          <ac:chgData name="Phạm Thông" userId="cb1de41f-d0a9-4c8b-9095-fa88b5d4678f" providerId="ADAL" clId="{E2A0B859-04CE-4714-8C81-52AA70A7C49E}" dt="2025-12-25T10:03:00.946" v="1139" actId="478"/>
          <ac:spMkLst>
            <pc:docMk/>
            <pc:sldMk cId="2573557612" sldId="263"/>
            <ac:spMk id="39" creationId="{220EF963-396C-210A-72CF-D2601EEFCA23}"/>
          </ac:spMkLst>
        </pc:spChg>
        <pc:spChg chg="add mod">
          <ac:chgData name="Phạm Thông" userId="cb1de41f-d0a9-4c8b-9095-fa88b5d4678f" providerId="ADAL" clId="{E2A0B859-04CE-4714-8C81-52AA70A7C49E}" dt="2025-12-25T09:54:46.752" v="1056" actId="1076"/>
          <ac:spMkLst>
            <pc:docMk/>
            <pc:sldMk cId="2573557612" sldId="263"/>
            <ac:spMk id="40" creationId="{7E1531BE-674F-967E-EE95-B23374F6B4A8}"/>
          </ac:spMkLst>
        </pc:spChg>
        <pc:spChg chg="add del mod">
          <ac:chgData name="Phạm Thông" userId="cb1de41f-d0a9-4c8b-9095-fa88b5d4678f" providerId="ADAL" clId="{E2A0B859-04CE-4714-8C81-52AA70A7C49E}" dt="2025-12-25T10:03:00.946" v="1139" actId="478"/>
          <ac:spMkLst>
            <pc:docMk/>
            <pc:sldMk cId="2573557612" sldId="263"/>
            <ac:spMk id="41" creationId="{4992DCB6-DF7D-B7B3-C7BF-16ED6721F456}"/>
          </ac:spMkLst>
        </pc:spChg>
        <pc:spChg chg="add del mod">
          <ac:chgData name="Phạm Thông" userId="cb1de41f-d0a9-4c8b-9095-fa88b5d4678f" providerId="ADAL" clId="{E2A0B859-04CE-4714-8C81-52AA70A7C49E}" dt="2025-12-25T10:03:00.946" v="1139" actId="478"/>
          <ac:spMkLst>
            <pc:docMk/>
            <pc:sldMk cId="2573557612" sldId="263"/>
            <ac:spMk id="42" creationId="{74416763-4401-0563-B930-9B191F106351}"/>
          </ac:spMkLst>
        </pc:spChg>
        <pc:spChg chg="add mod">
          <ac:chgData name="Phạm Thông" userId="cb1de41f-d0a9-4c8b-9095-fa88b5d4678f" providerId="ADAL" clId="{E2A0B859-04CE-4714-8C81-52AA70A7C49E}" dt="2025-12-25T10:03:47.862" v="1145"/>
          <ac:spMkLst>
            <pc:docMk/>
            <pc:sldMk cId="2573557612" sldId="263"/>
            <ac:spMk id="45" creationId="{08A53F88-C781-FEC1-C9B3-A841DEF66E65}"/>
          </ac:spMkLst>
        </pc:spChg>
        <pc:spChg chg="add mod">
          <ac:chgData name="Phạm Thông" userId="cb1de41f-d0a9-4c8b-9095-fa88b5d4678f" providerId="ADAL" clId="{E2A0B859-04CE-4714-8C81-52AA70A7C49E}" dt="2025-12-25T10:03:47.862" v="1145"/>
          <ac:spMkLst>
            <pc:docMk/>
            <pc:sldMk cId="2573557612" sldId="263"/>
            <ac:spMk id="46" creationId="{D254520D-6DDC-9059-37C7-2D166EEB2F1B}"/>
          </ac:spMkLst>
        </pc:spChg>
        <pc:spChg chg="add mod">
          <ac:chgData name="Phạm Thông" userId="cb1de41f-d0a9-4c8b-9095-fa88b5d4678f" providerId="ADAL" clId="{E2A0B859-04CE-4714-8C81-52AA70A7C49E}" dt="2025-12-25T10:03:47.862" v="1145"/>
          <ac:spMkLst>
            <pc:docMk/>
            <pc:sldMk cId="2573557612" sldId="263"/>
            <ac:spMk id="47" creationId="{12C7D565-A76D-50CB-7157-938D12AE3261}"/>
          </ac:spMkLst>
        </pc:spChg>
        <pc:spChg chg="add mod">
          <ac:chgData name="Phạm Thông" userId="cb1de41f-d0a9-4c8b-9095-fa88b5d4678f" providerId="ADAL" clId="{E2A0B859-04CE-4714-8C81-52AA70A7C49E}" dt="2025-12-25T10:03:47.862" v="1145"/>
          <ac:spMkLst>
            <pc:docMk/>
            <pc:sldMk cId="2573557612" sldId="263"/>
            <ac:spMk id="48" creationId="{2CECF6A4-D9D7-0716-F19E-05E0E44E846F}"/>
          </ac:spMkLst>
        </pc:spChg>
        <pc:spChg chg="add mod">
          <ac:chgData name="Phạm Thông" userId="cb1de41f-d0a9-4c8b-9095-fa88b5d4678f" providerId="ADAL" clId="{E2A0B859-04CE-4714-8C81-52AA70A7C49E}" dt="2025-12-25T10:03:47.862" v="1145"/>
          <ac:spMkLst>
            <pc:docMk/>
            <pc:sldMk cId="2573557612" sldId="263"/>
            <ac:spMk id="49" creationId="{40CC8E0E-F885-BB5F-05CC-3B5A364B7E6F}"/>
          </ac:spMkLst>
        </pc:spChg>
        <pc:spChg chg="add mod">
          <ac:chgData name="Phạm Thông" userId="cb1de41f-d0a9-4c8b-9095-fa88b5d4678f" providerId="ADAL" clId="{E2A0B859-04CE-4714-8C81-52AA70A7C49E}" dt="2025-12-25T10:03:47.862" v="1145"/>
          <ac:spMkLst>
            <pc:docMk/>
            <pc:sldMk cId="2573557612" sldId="263"/>
            <ac:spMk id="50" creationId="{14148E55-12BD-9BD0-1CA2-91B105158E6D}"/>
          </ac:spMkLst>
        </pc:spChg>
        <pc:spChg chg="add mod">
          <ac:chgData name="Phạm Thông" userId="cb1de41f-d0a9-4c8b-9095-fa88b5d4678f" providerId="ADAL" clId="{E2A0B859-04CE-4714-8C81-52AA70A7C49E}" dt="2025-12-25T10:03:47.862" v="1145"/>
          <ac:spMkLst>
            <pc:docMk/>
            <pc:sldMk cId="2573557612" sldId="263"/>
            <ac:spMk id="51" creationId="{F8EF3FEC-6B45-BE2C-3A97-3A237EA85AD8}"/>
          </ac:spMkLst>
        </pc:spChg>
        <pc:spChg chg="add mod">
          <ac:chgData name="Phạm Thông" userId="cb1de41f-d0a9-4c8b-9095-fa88b5d4678f" providerId="ADAL" clId="{E2A0B859-04CE-4714-8C81-52AA70A7C49E}" dt="2025-12-25T10:03:47.862" v="1145"/>
          <ac:spMkLst>
            <pc:docMk/>
            <pc:sldMk cId="2573557612" sldId="263"/>
            <ac:spMk id="52" creationId="{5DCF8E68-9A3C-99E4-5F45-9C0DE3AEC273}"/>
          </ac:spMkLst>
        </pc:spChg>
        <pc:spChg chg="add mod">
          <ac:chgData name="Phạm Thông" userId="cb1de41f-d0a9-4c8b-9095-fa88b5d4678f" providerId="ADAL" clId="{E2A0B859-04CE-4714-8C81-52AA70A7C49E}" dt="2025-12-25T10:03:47.862" v="1145"/>
          <ac:spMkLst>
            <pc:docMk/>
            <pc:sldMk cId="2573557612" sldId="263"/>
            <ac:spMk id="53" creationId="{549ED1D2-2674-2194-6E65-77294FAD80AA}"/>
          </ac:spMkLst>
        </pc:spChg>
        <pc:spChg chg="add mod">
          <ac:chgData name="Phạm Thông" userId="cb1de41f-d0a9-4c8b-9095-fa88b5d4678f" providerId="ADAL" clId="{E2A0B859-04CE-4714-8C81-52AA70A7C49E}" dt="2025-12-25T10:03:47.862" v="1145"/>
          <ac:spMkLst>
            <pc:docMk/>
            <pc:sldMk cId="2573557612" sldId="263"/>
            <ac:spMk id="54" creationId="{E28AE97E-8FC7-5482-8A0E-4015E06DCE8A}"/>
          </ac:spMkLst>
        </pc:spChg>
        <pc:spChg chg="add mod">
          <ac:chgData name="Phạm Thông" userId="cb1de41f-d0a9-4c8b-9095-fa88b5d4678f" providerId="ADAL" clId="{E2A0B859-04CE-4714-8C81-52AA70A7C49E}" dt="2025-12-25T10:06:49.173" v="1185"/>
          <ac:spMkLst>
            <pc:docMk/>
            <pc:sldMk cId="2573557612" sldId="263"/>
            <ac:spMk id="55" creationId="{7F9A0996-E69C-6B16-D808-B28FEA95712D}"/>
          </ac:spMkLst>
        </pc:spChg>
        <pc:spChg chg="add mod">
          <ac:chgData name="Phạm Thông" userId="cb1de41f-d0a9-4c8b-9095-fa88b5d4678f" providerId="ADAL" clId="{E2A0B859-04CE-4714-8C81-52AA70A7C49E}" dt="2025-12-25T10:04:32.642" v="1155"/>
          <ac:spMkLst>
            <pc:docMk/>
            <pc:sldMk cId="2573557612" sldId="263"/>
            <ac:spMk id="57" creationId="{5DDF5798-FCD1-E8CD-0292-540C1E52C467}"/>
          </ac:spMkLst>
        </pc:spChg>
        <pc:spChg chg="add mod">
          <ac:chgData name="Phạm Thông" userId="cb1de41f-d0a9-4c8b-9095-fa88b5d4678f" providerId="ADAL" clId="{E2A0B859-04CE-4714-8C81-52AA70A7C49E}" dt="2025-12-25T10:04:32.642" v="1155"/>
          <ac:spMkLst>
            <pc:docMk/>
            <pc:sldMk cId="2573557612" sldId="263"/>
            <ac:spMk id="58" creationId="{2976AF6C-EC16-2AD1-8D64-9AC469062844}"/>
          </ac:spMkLst>
        </pc:spChg>
        <pc:spChg chg="add mod">
          <ac:chgData name="Phạm Thông" userId="cb1de41f-d0a9-4c8b-9095-fa88b5d4678f" providerId="ADAL" clId="{E2A0B859-04CE-4714-8C81-52AA70A7C49E}" dt="2025-12-25T10:04:32.642" v="1155"/>
          <ac:spMkLst>
            <pc:docMk/>
            <pc:sldMk cId="2573557612" sldId="263"/>
            <ac:spMk id="59" creationId="{8B485A5E-86C4-ADAC-4606-22EFBB2B2CFB}"/>
          </ac:spMkLst>
        </pc:spChg>
        <pc:spChg chg="add mod">
          <ac:chgData name="Phạm Thông" userId="cb1de41f-d0a9-4c8b-9095-fa88b5d4678f" providerId="ADAL" clId="{E2A0B859-04CE-4714-8C81-52AA70A7C49E}" dt="2025-12-25T10:04:32.642" v="1155"/>
          <ac:spMkLst>
            <pc:docMk/>
            <pc:sldMk cId="2573557612" sldId="263"/>
            <ac:spMk id="60" creationId="{4D781617-9975-9BE1-F9A4-C53F050E18F1}"/>
          </ac:spMkLst>
        </pc:spChg>
        <pc:spChg chg="add mod">
          <ac:chgData name="Phạm Thông" userId="cb1de41f-d0a9-4c8b-9095-fa88b5d4678f" providerId="ADAL" clId="{E2A0B859-04CE-4714-8C81-52AA70A7C49E}" dt="2025-12-25T10:04:32.642" v="1155"/>
          <ac:spMkLst>
            <pc:docMk/>
            <pc:sldMk cId="2573557612" sldId="263"/>
            <ac:spMk id="61" creationId="{854F9F75-E585-3F2D-3056-AB1F37E83B45}"/>
          </ac:spMkLst>
        </pc:spChg>
        <pc:spChg chg="add mod">
          <ac:chgData name="Phạm Thông" userId="cb1de41f-d0a9-4c8b-9095-fa88b5d4678f" providerId="ADAL" clId="{E2A0B859-04CE-4714-8C81-52AA70A7C49E}" dt="2025-12-25T10:04:32.642" v="1155"/>
          <ac:spMkLst>
            <pc:docMk/>
            <pc:sldMk cId="2573557612" sldId="263"/>
            <ac:spMk id="63" creationId="{334477BE-0CCE-B029-4CE3-8AE355DBB496}"/>
          </ac:spMkLst>
        </pc:spChg>
        <pc:spChg chg="add mod">
          <ac:chgData name="Phạm Thông" userId="cb1de41f-d0a9-4c8b-9095-fa88b5d4678f" providerId="ADAL" clId="{E2A0B859-04CE-4714-8C81-52AA70A7C49E}" dt="2025-12-25T10:04:32.642" v="1155"/>
          <ac:spMkLst>
            <pc:docMk/>
            <pc:sldMk cId="2573557612" sldId="263"/>
            <ac:spMk id="64" creationId="{0E0A6221-2470-00A3-5F7C-DE8396F37766}"/>
          </ac:spMkLst>
        </pc:spChg>
        <pc:spChg chg="add mod">
          <ac:chgData name="Phạm Thông" userId="cb1de41f-d0a9-4c8b-9095-fa88b5d4678f" providerId="ADAL" clId="{E2A0B859-04CE-4714-8C81-52AA70A7C49E}" dt="2025-12-25T10:04:32.642" v="1155"/>
          <ac:spMkLst>
            <pc:docMk/>
            <pc:sldMk cId="2573557612" sldId="263"/>
            <ac:spMk id="65" creationId="{3E3D2970-0F97-84F2-AA6D-7818D290934F}"/>
          </ac:spMkLst>
        </pc:spChg>
        <pc:spChg chg="mod">
          <ac:chgData name="Phạm Thông" userId="cb1de41f-d0a9-4c8b-9095-fa88b5d4678f" providerId="ADAL" clId="{E2A0B859-04CE-4714-8C81-52AA70A7C49E}" dt="2025-12-25T10:04:32.642" v="1155"/>
          <ac:spMkLst>
            <pc:docMk/>
            <pc:sldMk cId="2573557612" sldId="263"/>
            <ac:spMk id="67" creationId="{A14BB5C2-7E3C-9275-2EBE-47AD433387D4}"/>
          </ac:spMkLst>
        </pc:spChg>
        <pc:spChg chg="mod">
          <ac:chgData name="Phạm Thông" userId="cb1de41f-d0a9-4c8b-9095-fa88b5d4678f" providerId="ADAL" clId="{E2A0B859-04CE-4714-8C81-52AA70A7C49E}" dt="2025-12-25T10:04:32.642" v="1155"/>
          <ac:spMkLst>
            <pc:docMk/>
            <pc:sldMk cId="2573557612" sldId="263"/>
            <ac:spMk id="68" creationId="{68D69DE0-A138-F482-578E-0F7D525CC591}"/>
          </ac:spMkLst>
        </pc:spChg>
        <pc:spChg chg="add mod">
          <ac:chgData name="Phạm Thông" userId="cb1de41f-d0a9-4c8b-9095-fa88b5d4678f" providerId="ADAL" clId="{E2A0B859-04CE-4714-8C81-52AA70A7C49E}" dt="2025-12-25T11:32:47.031" v="1379" actId="164"/>
          <ac:spMkLst>
            <pc:docMk/>
            <pc:sldMk cId="2573557612" sldId="263"/>
            <ac:spMk id="69" creationId="{48798317-845F-DAC4-539A-7F17517EF009}"/>
          </ac:spMkLst>
        </pc:spChg>
        <pc:spChg chg="add del mod">
          <ac:chgData name="Phạm Thông" userId="cb1de41f-d0a9-4c8b-9095-fa88b5d4678f" providerId="ADAL" clId="{E2A0B859-04CE-4714-8C81-52AA70A7C49E}" dt="2025-12-25T11:26:32.830" v="1290" actId="478"/>
          <ac:spMkLst>
            <pc:docMk/>
            <pc:sldMk cId="2573557612" sldId="263"/>
            <ac:spMk id="70" creationId="{5B58129C-606A-AAF6-CBB8-E95F9B75B61C}"/>
          </ac:spMkLst>
        </pc:spChg>
        <pc:spChg chg="add del mod">
          <ac:chgData name="Phạm Thông" userId="cb1de41f-d0a9-4c8b-9095-fa88b5d4678f" providerId="ADAL" clId="{E2A0B859-04CE-4714-8C81-52AA70A7C49E}" dt="2025-12-25T11:26:32.830" v="1290" actId="478"/>
          <ac:spMkLst>
            <pc:docMk/>
            <pc:sldMk cId="2573557612" sldId="263"/>
            <ac:spMk id="71" creationId="{530C9845-DDF1-D8C1-D769-99333E87A73A}"/>
          </ac:spMkLst>
        </pc:spChg>
        <pc:spChg chg="add del mod">
          <ac:chgData name="Phạm Thông" userId="cb1de41f-d0a9-4c8b-9095-fa88b5d4678f" providerId="ADAL" clId="{E2A0B859-04CE-4714-8C81-52AA70A7C49E}" dt="2025-12-25T11:26:32.830" v="1290" actId="478"/>
          <ac:spMkLst>
            <pc:docMk/>
            <pc:sldMk cId="2573557612" sldId="263"/>
            <ac:spMk id="72" creationId="{0E06F50A-398B-731E-F2C5-EBF751472ABE}"/>
          </ac:spMkLst>
        </pc:spChg>
        <pc:spChg chg="add del mod">
          <ac:chgData name="Phạm Thông" userId="cb1de41f-d0a9-4c8b-9095-fa88b5d4678f" providerId="ADAL" clId="{E2A0B859-04CE-4714-8C81-52AA70A7C49E}" dt="2025-12-25T11:26:32.830" v="1290" actId="478"/>
          <ac:spMkLst>
            <pc:docMk/>
            <pc:sldMk cId="2573557612" sldId="263"/>
            <ac:spMk id="73" creationId="{F6B96578-724F-9DDB-3739-41DAC9B2679B}"/>
          </ac:spMkLst>
        </pc:spChg>
        <pc:spChg chg="add del mod">
          <ac:chgData name="Phạm Thông" userId="cb1de41f-d0a9-4c8b-9095-fa88b5d4678f" providerId="ADAL" clId="{E2A0B859-04CE-4714-8C81-52AA70A7C49E}" dt="2025-12-25T11:26:32.830" v="1290" actId="478"/>
          <ac:spMkLst>
            <pc:docMk/>
            <pc:sldMk cId="2573557612" sldId="263"/>
            <ac:spMk id="74" creationId="{4DB6C078-8E7E-C784-7818-D92B513B6B15}"/>
          </ac:spMkLst>
        </pc:spChg>
        <pc:spChg chg="add del mod">
          <ac:chgData name="Phạm Thông" userId="cb1de41f-d0a9-4c8b-9095-fa88b5d4678f" providerId="ADAL" clId="{E2A0B859-04CE-4714-8C81-52AA70A7C49E}" dt="2025-12-25T11:26:32.830" v="1290" actId="478"/>
          <ac:spMkLst>
            <pc:docMk/>
            <pc:sldMk cId="2573557612" sldId="263"/>
            <ac:spMk id="75" creationId="{C0323F32-1E92-AF65-CF2A-FE0485C3D091}"/>
          </ac:spMkLst>
        </pc:spChg>
        <pc:spChg chg="del mod">
          <ac:chgData name="Phạm Thông" userId="cb1de41f-d0a9-4c8b-9095-fa88b5d4678f" providerId="ADAL" clId="{E2A0B859-04CE-4714-8C81-52AA70A7C49E}" dt="2025-12-25T11:26:32.830" v="1290" actId="478"/>
          <ac:spMkLst>
            <pc:docMk/>
            <pc:sldMk cId="2573557612" sldId="263"/>
            <ac:spMk id="76" creationId="{B3AD07F0-B4BB-9D8B-4155-8CDF49B1B0FC}"/>
          </ac:spMkLst>
        </pc:spChg>
        <pc:spChg chg="add del mod">
          <ac:chgData name="Phạm Thông" userId="cb1de41f-d0a9-4c8b-9095-fa88b5d4678f" providerId="ADAL" clId="{E2A0B859-04CE-4714-8C81-52AA70A7C49E}" dt="2025-12-25T11:26:32.830" v="1290" actId="478"/>
          <ac:spMkLst>
            <pc:docMk/>
            <pc:sldMk cId="2573557612" sldId="263"/>
            <ac:spMk id="77" creationId="{B5C428DD-4AF8-9A22-EFF3-C5EC66DE8FB8}"/>
          </ac:spMkLst>
        </pc:spChg>
        <pc:spChg chg="add del mod">
          <ac:chgData name="Phạm Thông" userId="cb1de41f-d0a9-4c8b-9095-fa88b5d4678f" providerId="ADAL" clId="{E2A0B859-04CE-4714-8C81-52AA70A7C49E}" dt="2025-12-25T11:26:32.830" v="1290" actId="478"/>
          <ac:spMkLst>
            <pc:docMk/>
            <pc:sldMk cId="2573557612" sldId="263"/>
            <ac:spMk id="78" creationId="{FF604ED7-1268-3CD3-C12A-02753AC265BC}"/>
          </ac:spMkLst>
        </pc:spChg>
        <pc:spChg chg="mod">
          <ac:chgData name="Phạm Thông" userId="cb1de41f-d0a9-4c8b-9095-fa88b5d4678f" providerId="ADAL" clId="{E2A0B859-04CE-4714-8C81-52AA70A7C49E}" dt="2025-12-25T11:26:29.837" v="1288" actId="692"/>
          <ac:spMkLst>
            <pc:docMk/>
            <pc:sldMk cId="2573557612" sldId="263"/>
            <ac:spMk id="80" creationId="{2B8012B5-D459-646C-5490-0BAD618BA5F6}"/>
          </ac:spMkLst>
        </pc:spChg>
        <pc:spChg chg="mod">
          <ac:chgData name="Phạm Thông" userId="cb1de41f-d0a9-4c8b-9095-fa88b5d4678f" providerId="ADAL" clId="{E2A0B859-04CE-4714-8C81-52AA70A7C49E}" dt="2025-12-25T10:06:12.304" v="1181" actId="207"/>
          <ac:spMkLst>
            <pc:docMk/>
            <pc:sldMk cId="2573557612" sldId="263"/>
            <ac:spMk id="81" creationId="{CA2E4454-2D44-E10E-B8E1-0DD9A5034D8E}"/>
          </ac:spMkLst>
        </pc:spChg>
        <pc:spChg chg="add del mod">
          <ac:chgData name="Phạm Thông" userId="cb1de41f-d0a9-4c8b-9095-fa88b5d4678f" providerId="ADAL" clId="{E2A0B859-04CE-4714-8C81-52AA70A7C49E}" dt="2025-12-25T11:26:32.830" v="1290" actId="478"/>
          <ac:spMkLst>
            <pc:docMk/>
            <pc:sldMk cId="2573557612" sldId="263"/>
            <ac:spMk id="82" creationId="{5925FDB5-19BE-E71A-043C-6A5C7AA6F0AA}"/>
          </ac:spMkLst>
        </pc:spChg>
        <pc:spChg chg="add mod">
          <ac:chgData name="Phạm Thông" userId="cb1de41f-d0a9-4c8b-9095-fa88b5d4678f" providerId="ADAL" clId="{E2A0B859-04CE-4714-8C81-52AA70A7C49E}" dt="2025-12-25T10:06:49.173" v="1185"/>
          <ac:spMkLst>
            <pc:docMk/>
            <pc:sldMk cId="2573557612" sldId="263"/>
            <ac:spMk id="83" creationId="{523C311C-8254-8EA3-795C-34586C78D894}"/>
          </ac:spMkLst>
        </pc:spChg>
        <pc:spChg chg="mod">
          <ac:chgData name="Phạm Thông" userId="cb1de41f-d0a9-4c8b-9095-fa88b5d4678f" providerId="ADAL" clId="{E2A0B859-04CE-4714-8C81-52AA70A7C49E}" dt="2025-12-25T10:06:50.394" v="1186"/>
          <ac:spMkLst>
            <pc:docMk/>
            <pc:sldMk cId="2573557612" sldId="263"/>
            <ac:spMk id="85" creationId="{BB39BD2F-B441-655E-DE99-7D6C113DAF2A}"/>
          </ac:spMkLst>
        </pc:spChg>
        <pc:spChg chg="mod">
          <ac:chgData name="Phạm Thông" userId="cb1de41f-d0a9-4c8b-9095-fa88b5d4678f" providerId="ADAL" clId="{E2A0B859-04CE-4714-8C81-52AA70A7C49E}" dt="2025-12-25T10:06:50.394" v="1186"/>
          <ac:spMkLst>
            <pc:docMk/>
            <pc:sldMk cId="2573557612" sldId="263"/>
            <ac:spMk id="86" creationId="{3B000B66-3012-D1B6-2B84-0072F8F44A5B}"/>
          </ac:spMkLst>
        </pc:spChg>
        <pc:spChg chg="mod">
          <ac:chgData name="Phạm Thông" userId="cb1de41f-d0a9-4c8b-9095-fa88b5d4678f" providerId="ADAL" clId="{E2A0B859-04CE-4714-8C81-52AA70A7C49E}" dt="2025-12-25T11:25:08.755" v="1220"/>
          <ac:spMkLst>
            <pc:docMk/>
            <pc:sldMk cId="2573557612" sldId="263"/>
            <ac:spMk id="88" creationId="{C2AAB803-BAB8-383E-1F91-E515C551DD10}"/>
          </ac:spMkLst>
        </pc:spChg>
        <pc:spChg chg="mod">
          <ac:chgData name="Phạm Thông" userId="cb1de41f-d0a9-4c8b-9095-fa88b5d4678f" providerId="ADAL" clId="{E2A0B859-04CE-4714-8C81-52AA70A7C49E}" dt="2025-12-25T11:25:08.755" v="1220"/>
          <ac:spMkLst>
            <pc:docMk/>
            <pc:sldMk cId="2573557612" sldId="263"/>
            <ac:spMk id="89" creationId="{8BA8BCF6-FC96-D99B-A64C-690528500817}"/>
          </ac:spMkLst>
        </pc:spChg>
        <pc:spChg chg="add del mod ord">
          <ac:chgData name="Phạm Thông" userId="cb1de41f-d0a9-4c8b-9095-fa88b5d4678f" providerId="ADAL" clId="{E2A0B859-04CE-4714-8C81-52AA70A7C49E}" dt="2025-12-25T11:34:05.095" v="1389" actId="478"/>
          <ac:spMkLst>
            <pc:docMk/>
            <pc:sldMk cId="2573557612" sldId="263"/>
            <ac:spMk id="90" creationId="{3CC0EED6-C22E-9FEE-34C8-CDC531E97E89}"/>
          </ac:spMkLst>
        </pc:spChg>
        <pc:spChg chg="add del mod">
          <ac:chgData name="Phạm Thông" userId="cb1de41f-d0a9-4c8b-9095-fa88b5d4678f" providerId="ADAL" clId="{E2A0B859-04CE-4714-8C81-52AA70A7C49E}" dt="2025-12-25T11:34:05.095" v="1389" actId="478"/>
          <ac:spMkLst>
            <pc:docMk/>
            <pc:sldMk cId="2573557612" sldId="263"/>
            <ac:spMk id="91" creationId="{A356144E-0CAD-ECB7-0DA7-912BFE3A5C7E}"/>
          </ac:spMkLst>
        </pc:spChg>
        <pc:spChg chg="add del mod ord">
          <ac:chgData name="Phạm Thông" userId="cb1de41f-d0a9-4c8b-9095-fa88b5d4678f" providerId="ADAL" clId="{E2A0B859-04CE-4714-8C81-52AA70A7C49E}" dt="2025-12-25T11:34:05.095" v="1389" actId="478"/>
          <ac:spMkLst>
            <pc:docMk/>
            <pc:sldMk cId="2573557612" sldId="263"/>
            <ac:spMk id="92" creationId="{FD218D5A-6D6A-A323-4C05-97D39A311038}"/>
          </ac:spMkLst>
        </pc:spChg>
        <pc:spChg chg="add del mod ord">
          <ac:chgData name="Phạm Thông" userId="cb1de41f-d0a9-4c8b-9095-fa88b5d4678f" providerId="ADAL" clId="{E2A0B859-04CE-4714-8C81-52AA70A7C49E}" dt="2025-12-25T11:34:05.095" v="1389" actId="478"/>
          <ac:spMkLst>
            <pc:docMk/>
            <pc:sldMk cId="2573557612" sldId="263"/>
            <ac:spMk id="93" creationId="{B05DE200-A11A-EE76-8C9B-A372B9BCB4F4}"/>
          </ac:spMkLst>
        </pc:spChg>
        <pc:spChg chg="add del mod ord">
          <ac:chgData name="Phạm Thông" userId="cb1de41f-d0a9-4c8b-9095-fa88b5d4678f" providerId="ADAL" clId="{E2A0B859-04CE-4714-8C81-52AA70A7C49E}" dt="2025-12-25T11:34:05.095" v="1389" actId="478"/>
          <ac:spMkLst>
            <pc:docMk/>
            <pc:sldMk cId="2573557612" sldId="263"/>
            <ac:spMk id="94" creationId="{6C7F50E7-1AA0-5052-F00F-3AFA43F57644}"/>
          </ac:spMkLst>
        </pc:spChg>
        <pc:spChg chg="add del mod ord">
          <ac:chgData name="Phạm Thông" userId="cb1de41f-d0a9-4c8b-9095-fa88b5d4678f" providerId="ADAL" clId="{E2A0B859-04CE-4714-8C81-52AA70A7C49E}" dt="2025-12-25T11:34:05.095" v="1389" actId="478"/>
          <ac:spMkLst>
            <pc:docMk/>
            <pc:sldMk cId="2573557612" sldId="263"/>
            <ac:spMk id="95" creationId="{10F27AF9-B6C1-31B7-3E9E-16D1AAFCD39A}"/>
          </ac:spMkLst>
        </pc:spChg>
        <pc:spChg chg="add del mod">
          <ac:chgData name="Phạm Thông" userId="cb1de41f-d0a9-4c8b-9095-fa88b5d4678f" providerId="ADAL" clId="{E2A0B859-04CE-4714-8C81-52AA70A7C49E}" dt="2025-12-25T11:34:05.095" v="1389" actId="478"/>
          <ac:spMkLst>
            <pc:docMk/>
            <pc:sldMk cId="2573557612" sldId="263"/>
            <ac:spMk id="96" creationId="{9C6664C0-4666-2A5A-5BD8-62213D49E312}"/>
          </ac:spMkLst>
        </pc:spChg>
        <pc:spChg chg="mod">
          <ac:chgData name="Phạm Thông" userId="cb1de41f-d0a9-4c8b-9095-fa88b5d4678f" providerId="ADAL" clId="{E2A0B859-04CE-4714-8C81-52AA70A7C49E}" dt="2025-12-25T11:27:56.482" v="1305" actId="692"/>
          <ac:spMkLst>
            <pc:docMk/>
            <pc:sldMk cId="2573557612" sldId="263"/>
            <ac:spMk id="98" creationId="{2A0E0A27-B2F0-2AD1-EBA4-DA7D965B0CC0}"/>
          </ac:spMkLst>
        </pc:spChg>
        <pc:spChg chg="mod">
          <ac:chgData name="Phạm Thông" userId="cb1de41f-d0a9-4c8b-9095-fa88b5d4678f" providerId="ADAL" clId="{E2A0B859-04CE-4714-8C81-52AA70A7C49E}" dt="2025-12-25T11:28:00.625" v="1307" actId="207"/>
          <ac:spMkLst>
            <pc:docMk/>
            <pc:sldMk cId="2573557612" sldId="263"/>
            <ac:spMk id="99" creationId="{57FDD664-F44E-B255-637E-A586695C7CD5}"/>
          </ac:spMkLst>
        </pc:spChg>
        <pc:spChg chg="mod">
          <ac:chgData name="Phạm Thông" userId="cb1de41f-d0a9-4c8b-9095-fa88b5d4678f" providerId="ADAL" clId="{E2A0B859-04CE-4714-8C81-52AA70A7C49E}" dt="2025-12-25T11:32:35.086" v="1377" actId="164"/>
          <ac:spMkLst>
            <pc:docMk/>
            <pc:sldMk cId="2573557612" sldId="263"/>
            <ac:spMk id="100" creationId="{9FE6AF3A-49AB-D034-C4C2-E440EEA08DF0}"/>
          </ac:spMkLst>
        </pc:spChg>
        <pc:spChg chg="del mod ord">
          <ac:chgData name="Phạm Thông" userId="cb1de41f-d0a9-4c8b-9095-fa88b5d4678f" providerId="ADAL" clId="{E2A0B859-04CE-4714-8C81-52AA70A7C49E}" dt="2025-12-25T11:34:05.095" v="1389" actId="478"/>
          <ac:spMkLst>
            <pc:docMk/>
            <pc:sldMk cId="2573557612" sldId="263"/>
            <ac:spMk id="101" creationId="{4149947B-2B00-F19B-1EED-F13CB5F6DC4B}"/>
          </ac:spMkLst>
        </pc:spChg>
        <pc:spChg chg="add del mod ord">
          <ac:chgData name="Phạm Thông" userId="cb1de41f-d0a9-4c8b-9095-fa88b5d4678f" providerId="ADAL" clId="{E2A0B859-04CE-4714-8C81-52AA70A7C49E}" dt="2025-12-25T11:34:05.095" v="1389" actId="478"/>
          <ac:spMkLst>
            <pc:docMk/>
            <pc:sldMk cId="2573557612" sldId="263"/>
            <ac:spMk id="102" creationId="{0E950748-DB4C-591E-95CC-C1425760B7A9}"/>
          </ac:spMkLst>
        </pc:spChg>
        <pc:spChg chg="mod">
          <ac:chgData name="Phạm Thông" userId="cb1de41f-d0a9-4c8b-9095-fa88b5d4678f" providerId="ADAL" clId="{E2A0B859-04CE-4714-8C81-52AA70A7C49E}" dt="2025-12-25T11:36:16.930" v="1404" actId="1076"/>
          <ac:spMkLst>
            <pc:docMk/>
            <pc:sldMk cId="2573557612" sldId="263"/>
            <ac:spMk id="104" creationId="{29A7FCEC-EDB7-F30B-BA04-006545E9E734}"/>
          </ac:spMkLst>
        </pc:spChg>
        <pc:spChg chg="mod">
          <ac:chgData name="Phạm Thông" userId="cb1de41f-d0a9-4c8b-9095-fa88b5d4678f" providerId="ADAL" clId="{E2A0B859-04CE-4714-8C81-52AA70A7C49E}" dt="2025-12-25T11:36:16.930" v="1404" actId="1076"/>
          <ac:spMkLst>
            <pc:docMk/>
            <pc:sldMk cId="2573557612" sldId="263"/>
            <ac:spMk id="105" creationId="{39A26A4B-8FE3-CBAD-717E-3EAB345BBB6F}"/>
          </ac:spMkLst>
        </pc:spChg>
        <pc:spChg chg="mod">
          <ac:chgData name="Phạm Thông" userId="cb1de41f-d0a9-4c8b-9095-fa88b5d4678f" providerId="ADAL" clId="{E2A0B859-04CE-4714-8C81-52AA70A7C49E}" dt="2025-12-25T11:35:45.728" v="1400" actId="1076"/>
          <ac:spMkLst>
            <pc:docMk/>
            <pc:sldMk cId="2573557612" sldId="263"/>
            <ac:spMk id="107" creationId="{ACAF32F0-F163-622B-A2E8-C7BD69E4B0C8}"/>
          </ac:spMkLst>
        </pc:spChg>
        <pc:spChg chg="mod">
          <ac:chgData name="Phạm Thông" userId="cb1de41f-d0a9-4c8b-9095-fa88b5d4678f" providerId="ADAL" clId="{E2A0B859-04CE-4714-8C81-52AA70A7C49E}" dt="2025-12-25T11:35:45.728" v="1400" actId="1076"/>
          <ac:spMkLst>
            <pc:docMk/>
            <pc:sldMk cId="2573557612" sldId="263"/>
            <ac:spMk id="108" creationId="{2F5EE31B-472F-E57F-FF6F-407DB6202E46}"/>
          </ac:spMkLst>
        </pc:spChg>
        <pc:spChg chg="add mod">
          <ac:chgData name="Phạm Thông" userId="cb1de41f-d0a9-4c8b-9095-fa88b5d4678f" providerId="ADAL" clId="{E2A0B859-04CE-4714-8C81-52AA70A7C49E}" dt="2025-12-25T11:36:16.930" v="1404" actId="1076"/>
          <ac:spMkLst>
            <pc:docMk/>
            <pc:sldMk cId="2573557612" sldId="263"/>
            <ac:spMk id="109" creationId="{7511277D-EA91-79CD-021C-5580C9321F61}"/>
          </ac:spMkLst>
        </pc:spChg>
        <pc:spChg chg="add mod">
          <ac:chgData name="Phạm Thông" userId="cb1de41f-d0a9-4c8b-9095-fa88b5d4678f" providerId="ADAL" clId="{E2A0B859-04CE-4714-8C81-52AA70A7C49E}" dt="2025-12-25T11:35:45.728" v="1400" actId="1076"/>
          <ac:spMkLst>
            <pc:docMk/>
            <pc:sldMk cId="2573557612" sldId="263"/>
            <ac:spMk id="110" creationId="{368132D0-695B-DABA-927C-B823044BECBE}"/>
          </ac:spMkLst>
        </pc:spChg>
        <pc:spChg chg="add mod">
          <ac:chgData name="Phạm Thông" userId="cb1de41f-d0a9-4c8b-9095-fa88b5d4678f" providerId="ADAL" clId="{E2A0B859-04CE-4714-8C81-52AA70A7C49E}" dt="2025-12-25T11:33:56.688" v="1388"/>
          <ac:spMkLst>
            <pc:docMk/>
            <pc:sldMk cId="2573557612" sldId="263"/>
            <ac:spMk id="115" creationId="{CC6A3C42-5463-B539-920C-A1EC8CE49838}"/>
          </ac:spMkLst>
        </pc:spChg>
        <pc:spChg chg="mod">
          <ac:chgData name="Phạm Thông" userId="cb1de41f-d0a9-4c8b-9095-fa88b5d4678f" providerId="ADAL" clId="{E2A0B859-04CE-4714-8C81-52AA70A7C49E}" dt="2025-12-25T11:33:56.383" v="1387" actId="1076"/>
          <ac:spMkLst>
            <pc:docMk/>
            <pc:sldMk cId="2573557612" sldId="263"/>
            <ac:spMk id="116" creationId="{790C54B0-70F0-36FC-6CC2-4E78DED3BA01}"/>
          </ac:spMkLst>
        </pc:spChg>
        <pc:spChg chg="mod">
          <ac:chgData name="Phạm Thông" userId="cb1de41f-d0a9-4c8b-9095-fa88b5d4678f" providerId="ADAL" clId="{E2A0B859-04CE-4714-8C81-52AA70A7C49E}" dt="2025-12-25T11:33:56.383" v="1387" actId="1076"/>
          <ac:spMkLst>
            <pc:docMk/>
            <pc:sldMk cId="2573557612" sldId="263"/>
            <ac:spMk id="117" creationId="{0DF8CADF-766C-3D2D-FDFE-203CD12351AA}"/>
          </ac:spMkLst>
        </pc:spChg>
        <pc:spChg chg="mod">
          <ac:chgData name="Phạm Thông" userId="cb1de41f-d0a9-4c8b-9095-fa88b5d4678f" providerId="ADAL" clId="{E2A0B859-04CE-4714-8C81-52AA70A7C49E}" dt="2025-12-25T11:33:56.383" v="1387" actId="1076"/>
          <ac:spMkLst>
            <pc:docMk/>
            <pc:sldMk cId="2573557612" sldId="263"/>
            <ac:spMk id="118" creationId="{81940534-F37E-8CC8-05BF-E449088E4419}"/>
          </ac:spMkLst>
        </pc:spChg>
        <pc:spChg chg="add mod">
          <ac:chgData name="Phạm Thông" userId="cb1de41f-d0a9-4c8b-9095-fa88b5d4678f" providerId="ADAL" clId="{E2A0B859-04CE-4714-8C81-52AA70A7C49E}" dt="2025-12-25T11:33:56.688" v="1388"/>
          <ac:spMkLst>
            <pc:docMk/>
            <pc:sldMk cId="2573557612" sldId="263"/>
            <ac:spMk id="119" creationId="{9AE3D38E-85A3-67B7-AD88-1C927BCED7AE}"/>
          </ac:spMkLst>
        </pc:spChg>
        <pc:spChg chg="add mod">
          <ac:chgData name="Phạm Thông" userId="cb1de41f-d0a9-4c8b-9095-fa88b5d4678f" providerId="ADAL" clId="{E2A0B859-04CE-4714-8C81-52AA70A7C49E}" dt="2025-12-25T11:33:56.688" v="1388"/>
          <ac:spMkLst>
            <pc:docMk/>
            <pc:sldMk cId="2573557612" sldId="263"/>
            <ac:spMk id="120" creationId="{CA18660F-7912-23DC-A100-DF43C6829E3E}"/>
          </ac:spMkLst>
        </pc:spChg>
        <pc:spChg chg="add mod">
          <ac:chgData name="Phạm Thông" userId="cb1de41f-d0a9-4c8b-9095-fa88b5d4678f" providerId="ADAL" clId="{E2A0B859-04CE-4714-8C81-52AA70A7C49E}" dt="2025-12-25T11:33:56.688" v="1388"/>
          <ac:spMkLst>
            <pc:docMk/>
            <pc:sldMk cId="2573557612" sldId="263"/>
            <ac:spMk id="121" creationId="{CE0C6205-CD91-27A8-4133-472075B795AF}"/>
          </ac:spMkLst>
        </pc:spChg>
        <pc:spChg chg="mod">
          <ac:chgData name="Phạm Thông" userId="cb1de41f-d0a9-4c8b-9095-fa88b5d4678f" providerId="ADAL" clId="{E2A0B859-04CE-4714-8C81-52AA70A7C49E}" dt="2025-12-25T11:33:56.383" v="1387" actId="1076"/>
          <ac:spMkLst>
            <pc:docMk/>
            <pc:sldMk cId="2573557612" sldId="263"/>
            <ac:spMk id="122" creationId="{DDEAC97C-0F94-F042-9184-3175F87D0286}"/>
          </ac:spMkLst>
        </pc:spChg>
        <pc:spChg chg="mod">
          <ac:chgData name="Phạm Thông" userId="cb1de41f-d0a9-4c8b-9095-fa88b5d4678f" providerId="ADAL" clId="{E2A0B859-04CE-4714-8C81-52AA70A7C49E}" dt="2025-12-25T11:33:56.383" v="1387" actId="1076"/>
          <ac:spMkLst>
            <pc:docMk/>
            <pc:sldMk cId="2573557612" sldId="263"/>
            <ac:spMk id="123" creationId="{9CC8164C-8A86-1BE0-C334-00C4D8302B52}"/>
          </ac:spMkLst>
        </pc:spChg>
        <pc:spChg chg="add mod ord">
          <ac:chgData name="Phạm Thông" userId="cb1de41f-d0a9-4c8b-9095-fa88b5d4678f" providerId="ADAL" clId="{E2A0B859-04CE-4714-8C81-52AA70A7C49E}" dt="2025-12-25T11:35:05.668" v="1392" actId="166"/>
          <ac:spMkLst>
            <pc:docMk/>
            <pc:sldMk cId="2573557612" sldId="263"/>
            <ac:spMk id="124" creationId="{0E44966C-2FCB-4C95-ADD7-7AAA4DF40F51}"/>
          </ac:spMkLst>
        </pc:spChg>
        <pc:spChg chg="mod ord">
          <ac:chgData name="Phạm Thông" userId="cb1de41f-d0a9-4c8b-9095-fa88b5d4678f" providerId="ADAL" clId="{E2A0B859-04CE-4714-8C81-52AA70A7C49E}" dt="2025-12-25T11:35:54.222" v="1402" actId="692"/>
          <ac:spMkLst>
            <pc:docMk/>
            <pc:sldMk cId="2573557612" sldId="263"/>
            <ac:spMk id="125" creationId="{A61602DB-B9E6-592F-155D-172B59BB4C55}"/>
          </ac:spMkLst>
        </pc:spChg>
        <pc:spChg chg="add mod ord">
          <ac:chgData name="Phạm Thông" userId="cb1de41f-d0a9-4c8b-9095-fa88b5d4678f" providerId="ADAL" clId="{E2A0B859-04CE-4714-8C81-52AA70A7C49E}" dt="2025-12-25T11:35:05.668" v="1392" actId="166"/>
          <ac:spMkLst>
            <pc:docMk/>
            <pc:sldMk cId="2573557612" sldId="263"/>
            <ac:spMk id="126" creationId="{7640B3CF-E4AC-5FA4-C8A0-70DF6546B15F}"/>
          </ac:spMkLst>
        </pc:spChg>
        <pc:spChg chg="mod ord">
          <ac:chgData name="Phạm Thông" userId="cb1de41f-d0a9-4c8b-9095-fa88b5d4678f" providerId="ADAL" clId="{E2A0B859-04CE-4714-8C81-52AA70A7C49E}" dt="2025-12-25T11:35:05.668" v="1392" actId="166"/>
          <ac:spMkLst>
            <pc:docMk/>
            <pc:sldMk cId="2573557612" sldId="263"/>
            <ac:spMk id="127" creationId="{E81A5264-EA0D-D193-B0FB-9D40F7775F42}"/>
          </ac:spMkLst>
        </pc:spChg>
        <pc:spChg chg="mod ord">
          <ac:chgData name="Phạm Thông" userId="cb1de41f-d0a9-4c8b-9095-fa88b5d4678f" providerId="ADAL" clId="{E2A0B859-04CE-4714-8C81-52AA70A7C49E}" dt="2025-12-25T11:35:05.668" v="1392" actId="166"/>
          <ac:spMkLst>
            <pc:docMk/>
            <pc:sldMk cId="2573557612" sldId="263"/>
            <ac:spMk id="128" creationId="{BBD39BE2-3DF6-5710-CE99-A1275EE49DA0}"/>
          </ac:spMkLst>
        </pc:spChg>
        <pc:spChg chg="mod ord">
          <ac:chgData name="Phạm Thông" userId="cb1de41f-d0a9-4c8b-9095-fa88b5d4678f" providerId="ADAL" clId="{E2A0B859-04CE-4714-8C81-52AA70A7C49E}" dt="2025-12-25T11:35:05.668" v="1392" actId="166"/>
          <ac:spMkLst>
            <pc:docMk/>
            <pc:sldMk cId="2573557612" sldId="263"/>
            <ac:spMk id="129" creationId="{B6321011-48B0-A90E-CC25-9D0D3F0DAAB5}"/>
          </ac:spMkLst>
        </pc:spChg>
        <pc:spChg chg="add mod ord">
          <ac:chgData name="Phạm Thông" userId="cb1de41f-d0a9-4c8b-9095-fa88b5d4678f" providerId="ADAL" clId="{E2A0B859-04CE-4714-8C81-52AA70A7C49E}" dt="2025-12-25T11:35:05.668" v="1392" actId="166"/>
          <ac:spMkLst>
            <pc:docMk/>
            <pc:sldMk cId="2573557612" sldId="263"/>
            <ac:spMk id="130" creationId="{3717D4CC-0AFC-098A-254F-B633F308D00E}"/>
          </ac:spMkLst>
        </pc:spChg>
        <pc:spChg chg="mod ord">
          <ac:chgData name="Phạm Thông" userId="cb1de41f-d0a9-4c8b-9095-fa88b5d4678f" providerId="ADAL" clId="{E2A0B859-04CE-4714-8C81-52AA70A7C49E}" dt="2025-12-25T11:35:05.668" v="1392" actId="166"/>
          <ac:spMkLst>
            <pc:docMk/>
            <pc:sldMk cId="2573557612" sldId="263"/>
            <ac:spMk id="131" creationId="{5D36B180-7899-C850-C953-454655D4B31F}"/>
          </ac:spMkLst>
        </pc:spChg>
        <pc:spChg chg="add mod ord">
          <ac:chgData name="Phạm Thông" userId="cb1de41f-d0a9-4c8b-9095-fa88b5d4678f" providerId="ADAL" clId="{E2A0B859-04CE-4714-8C81-52AA70A7C49E}" dt="2025-12-25T11:35:05.668" v="1392" actId="166"/>
          <ac:spMkLst>
            <pc:docMk/>
            <pc:sldMk cId="2573557612" sldId="263"/>
            <ac:spMk id="132" creationId="{08611E99-A7E9-B27C-8957-383F5A204A35}"/>
          </ac:spMkLst>
        </pc:spChg>
        <pc:grpChg chg="add mod">
          <ac:chgData name="Phạm Thông" userId="cb1de41f-d0a9-4c8b-9095-fa88b5d4678f" providerId="ADAL" clId="{E2A0B859-04CE-4714-8C81-52AA70A7C49E}" dt="2025-12-25T11:26:53.625" v="1292" actId="14100"/>
          <ac:grpSpMkLst>
            <pc:docMk/>
            <pc:sldMk cId="2573557612" sldId="263"/>
            <ac:grpSpMk id="56" creationId="{1696D1BA-3D5B-AF2B-F62A-4743821134B4}"/>
          </ac:grpSpMkLst>
        </pc:grpChg>
        <pc:grpChg chg="add mod">
          <ac:chgData name="Phạm Thông" userId="cb1de41f-d0a9-4c8b-9095-fa88b5d4678f" providerId="ADAL" clId="{E2A0B859-04CE-4714-8C81-52AA70A7C49E}" dt="2025-12-25T11:25:06.763" v="1219" actId="1036"/>
          <ac:grpSpMkLst>
            <pc:docMk/>
            <pc:sldMk cId="2573557612" sldId="263"/>
            <ac:grpSpMk id="84" creationId="{7A9AFBDC-A1FB-13C5-F42E-CBE4523CC891}"/>
          </ac:grpSpMkLst>
        </pc:grpChg>
        <pc:grpChg chg="add mod">
          <ac:chgData name="Phạm Thông" userId="cb1de41f-d0a9-4c8b-9095-fa88b5d4678f" providerId="ADAL" clId="{E2A0B859-04CE-4714-8C81-52AA70A7C49E}" dt="2025-12-25T11:26:30.014" v="1289" actId="14100"/>
          <ac:grpSpMkLst>
            <pc:docMk/>
            <pc:sldMk cId="2573557612" sldId="263"/>
            <ac:grpSpMk id="87" creationId="{519BF5E2-93C9-CCA7-9223-91FDA45EAF22}"/>
          </ac:grpSpMkLst>
        </pc:grpChg>
        <pc:grpChg chg="add mod">
          <ac:chgData name="Phạm Thông" userId="cb1de41f-d0a9-4c8b-9095-fa88b5d4678f" providerId="ADAL" clId="{E2A0B859-04CE-4714-8C81-52AA70A7C49E}" dt="2025-12-25T11:28:45.553" v="1314" actId="1076"/>
          <ac:grpSpMkLst>
            <pc:docMk/>
            <pc:sldMk cId="2573557612" sldId="263"/>
            <ac:grpSpMk id="103" creationId="{901EAED7-ACE5-A5DE-7D7C-828CF762E910}"/>
          </ac:grpSpMkLst>
        </pc:grpChg>
        <pc:grpChg chg="add mod">
          <ac:chgData name="Phạm Thông" userId="cb1de41f-d0a9-4c8b-9095-fa88b5d4678f" providerId="ADAL" clId="{E2A0B859-04CE-4714-8C81-52AA70A7C49E}" dt="2025-12-25T11:29:01.469" v="1318" actId="1076"/>
          <ac:grpSpMkLst>
            <pc:docMk/>
            <pc:sldMk cId="2573557612" sldId="263"/>
            <ac:grpSpMk id="106" creationId="{6AEEDC31-953B-2797-5EB8-F8DE8104B8F3}"/>
          </ac:grpSpMkLst>
        </pc:grpChg>
        <pc:grpChg chg="mod ord">
          <ac:chgData name="Phạm Thông" userId="cb1de41f-d0a9-4c8b-9095-fa88b5d4678f" providerId="ADAL" clId="{E2A0B859-04CE-4714-8C81-52AA70A7C49E}" dt="2025-12-25T11:35:10.055" v="1393" actId="167"/>
          <ac:grpSpMkLst>
            <pc:docMk/>
            <pc:sldMk cId="2573557612" sldId="263"/>
            <ac:grpSpMk id="113" creationId="{D7146488-5B44-4FFB-F7C7-C3ADB6F164EC}"/>
          </ac:grpSpMkLst>
        </pc:grpChg>
        <pc:cxnChg chg="add del">
          <ac:chgData name="Phạm Thông" userId="cb1de41f-d0a9-4c8b-9095-fa88b5d4678f" providerId="ADAL" clId="{E2A0B859-04CE-4714-8C81-52AA70A7C49E}" dt="2025-12-25T10:03:02.121" v="1140" actId="478"/>
          <ac:cxnSpMkLst>
            <pc:docMk/>
            <pc:sldMk cId="2573557612" sldId="263"/>
            <ac:cxnSpMk id="44" creationId="{CB52F228-05B3-59BB-6228-9EF23FCCB1F6}"/>
          </ac:cxnSpMkLst>
        </pc:cxnChg>
        <pc:cxnChg chg="add mod">
          <ac:chgData name="Phạm Thông" userId="cb1de41f-d0a9-4c8b-9095-fa88b5d4678f" providerId="ADAL" clId="{E2A0B859-04CE-4714-8C81-52AA70A7C49E}" dt="2025-12-25T11:32:32.279" v="1376" actId="12789"/>
          <ac:cxnSpMkLst>
            <pc:docMk/>
            <pc:sldMk cId="2573557612" sldId="263"/>
            <ac:cxnSpMk id="112" creationId="{01E70B7B-A92F-2336-3174-0D60E6A8EBCF}"/>
          </ac:cxnSpMkLst>
        </pc:cxnChg>
      </pc:sldChg>
      <pc:sldChg chg="addSp delSp modSp new mod">
        <pc:chgData name="Phạm Thông" userId="cb1de41f-d0a9-4c8b-9095-fa88b5d4678f" providerId="ADAL" clId="{E2A0B859-04CE-4714-8C81-52AA70A7C49E}" dt="2025-12-25T12:06:45.120" v="1485" actId="1076"/>
        <pc:sldMkLst>
          <pc:docMk/>
          <pc:sldMk cId="3922033010" sldId="264"/>
        </pc:sldMkLst>
        <pc:spChg chg="add mod">
          <ac:chgData name="Phạm Thông" userId="cb1de41f-d0a9-4c8b-9095-fa88b5d4678f" providerId="ADAL" clId="{E2A0B859-04CE-4714-8C81-52AA70A7C49E}" dt="2025-12-25T11:37:44.416" v="1434"/>
          <ac:spMkLst>
            <pc:docMk/>
            <pc:sldMk cId="3922033010" sldId="264"/>
            <ac:spMk id="2" creationId="{7F63A8BA-0663-4122-62BD-4F6A4BA69691}"/>
          </ac:spMkLst>
        </pc:spChg>
        <pc:spChg chg="add mod ord">
          <ac:chgData name="Phạm Thông" userId="cb1de41f-d0a9-4c8b-9095-fa88b5d4678f" providerId="ADAL" clId="{E2A0B859-04CE-4714-8C81-52AA70A7C49E}" dt="2025-12-25T11:39:02.173" v="1460" actId="1076"/>
          <ac:spMkLst>
            <pc:docMk/>
            <pc:sldMk cId="3922033010" sldId="264"/>
            <ac:spMk id="3" creationId="{87350AB3-F498-5A8F-9785-720E7CB8F61F}"/>
          </ac:spMkLst>
        </pc:spChg>
        <pc:spChg chg="add del mod">
          <ac:chgData name="Phạm Thông" userId="cb1de41f-d0a9-4c8b-9095-fa88b5d4678f" providerId="ADAL" clId="{E2A0B859-04CE-4714-8C81-52AA70A7C49E}" dt="2025-12-25T11:38:36.165" v="1456" actId="478"/>
          <ac:spMkLst>
            <pc:docMk/>
            <pc:sldMk cId="3922033010" sldId="264"/>
            <ac:spMk id="4" creationId="{3607F915-F0D9-F91C-E984-7E9962E40466}"/>
          </ac:spMkLst>
        </pc:spChg>
        <pc:spChg chg="add mod">
          <ac:chgData name="Phạm Thông" userId="cb1de41f-d0a9-4c8b-9095-fa88b5d4678f" providerId="ADAL" clId="{E2A0B859-04CE-4714-8C81-52AA70A7C49E}" dt="2025-12-25T11:37:44.416" v="1434"/>
          <ac:spMkLst>
            <pc:docMk/>
            <pc:sldMk cId="3922033010" sldId="264"/>
            <ac:spMk id="5" creationId="{52FD71F5-FB8B-A094-7F35-D7115F6506ED}"/>
          </ac:spMkLst>
        </pc:spChg>
        <pc:spChg chg="add mod">
          <ac:chgData name="Phạm Thông" userId="cb1de41f-d0a9-4c8b-9095-fa88b5d4678f" providerId="ADAL" clId="{E2A0B859-04CE-4714-8C81-52AA70A7C49E}" dt="2025-12-25T11:39:11.066" v="1462" actId="1076"/>
          <ac:spMkLst>
            <pc:docMk/>
            <pc:sldMk cId="3922033010" sldId="264"/>
            <ac:spMk id="7" creationId="{0491051F-AB04-B2FD-3864-AD46E5E7069E}"/>
          </ac:spMkLst>
        </pc:spChg>
        <pc:spChg chg="add mod">
          <ac:chgData name="Phạm Thông" userId="cb1de41f-d0a9-4c8b-9095-fa88b5d4678f" providerId="ADAL" clId="{E2A0B859-04CE-4714-8C81-52AA70A7C49E}" dt="2025-12-25T11:38:31.009" v="1454" actId="1076"/>
          <ac:spMkLst>
            <pc:docMk/>
            <pc:sldMk cId="3922033010" sldId="264"/>
            <ac:spMk id="11" creationId="{6646FD3D-D4D4-81F7-F9E4-F07AC06C7F63}"/>
          </ac:spMkLst>
        </pc:spChg>
        <pc:spChg chg="add mod">
          <ac:chgData name="Phạm Thông" userId="cb1de41f-d0a9-4c8b-9095-fa88b5d4678f" providerId="ADAL" clId="{E2A0B859-04CE-4714-8C81-52AA70A7C49E}" dt="2025-12-25T12:06:45.120" v="1485" actId="1076"/>
          <ac:spMkLst>
            <pc:docMk/>
            <pc:sldMk cId="3922033010" sldId="264"/>
            <ac:spMk id="12" creationId="{150F6807-288B-7812-F8D6-3142D3CBDBC0}"/>
          </ac:spMkLst>
        </pc:spChg>
        <pc:spChg chg="add mod">
          <ac:chgData name="Phạm Thông" userId="cb1de41f-d0a9-4c8b-9095-fa88b5d4678f" providerId="ADAL" clId="{E2A0B859-04CE-4714-8C81-52AA70A7C49E}" dt="2025-12-25T11:38:27.157" v="1453" actId="1076"/>
          <ac:spMkLst>
            <pc:docMk/>
            <pc:sldMk cId="3922033010" sldId="264"/>
            <ac:spMk id="13" creationId="{04FF265A-DA39-1724-F269-268EF035E1FC}"/>
          </ac:spMkLst>
        </pc:spChg>
        <pc:spChg chg="add mod">
          <ac:chgData name="Phạm Thông" userId="cb1de41f-d0a9-4c8b-9095-fa88b5d4678f" providerId="ADAL" clId="{E2A0B859-04CE-4714-8C81-52AA70A7C49E}" dt="2025-12-25T11:37:47.521" v="1435" actId="1076"/>
          <ac:spMkLst>
            <pc:docMk/>
            <pc:sldMk cId="3922033010" sldId="264"/>
            <ac:spMk id="14" creationId="{1FB59A07-4F58-6EEA-1FE5-1530D662883B}"/>
          </ac:spMkLst>
        </pc:spChg>
        <pc:grpChg chg="add mod">
          <ac:chgData name="Phạm Thông" userId="cb1de41f-d0a9-4c8b-9095-fa88b5d4678f" providerId="ADAL" clId="{E2A0B859-04CE-4714-8C81-52AA70A7C49E}" dt="2025-12-25T11:38:22.819" v="1452" actId="1037"/>
          <ac:grpSpMkLst>
            <pc:docMk/>
            <pc:sldMk cId="3922033010" sldId="264"/>
            <ac:grpSpMk id="6" creationId="{C8BAB15E-1A33-E5FD-D0F7-E142C56FDAF0}"/>
          </ac:grpSpMkLst>
        </pc:grpChg>
        <pc:cxnChg chg="add mod ord">
          <ac:chgData name="Phạm Thông" userId="cb1de41f-d0a9-4c8b-9095-fa88b5d4678f" providerId="ADAL" clId="{E2A0B859-04CE-4714-8C81-52AA70A7C49E}" dt="2025-12-25T11:39:00.369" v="1459" actId="14100"/>
          <ac:cxnSpMkLst>
            <pc:docMk/>
            <pc:sldMk cId="3922033010" sldId="264"/>
            <ac:cxnSpMk id="9" creationId="{6F87266B-539C-1BAE-2564-BA7798ABAC7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0C21BD-5CE8-4296-906B-2BDE302955ED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2F6FA2-C857-4DD6-AA3E-C82434808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97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2F6FA2-C857-4DD6-AA3E-C82434808A9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17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5119F-F299-570B-1370-009A986A5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79789-0D83-9CD4-1C3C-32CBDFC10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92F4E-01E0-21D4-FF81-C9897B78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22DFD-DB99-45C6-9F20-54734D4D55A2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3E7CA-234B-844B-48A6-B12162D0D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341B3-CE52-6098-D839-6E8FAE73C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C48-F724-464F-B2C1-39D6C0B83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29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A8D72-5925-2E1D-B623-178EAECCE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379AD-A61A-D2AE-F0AB-A6FF897C6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8EB34-6BC8-42CE-5BCA-E921BB16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22DFD-DB99-45C6-9F20-54734D4D55A2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3250A-E826-9324-2928-739E76B1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B7D51-FF34-6029-A321-292F8723E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C48-F724-464F-B2C1-39D6C0B83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94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B0658-F254-8C67-C9BD-FDE17395E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33304-CADE-504E-B77F-6ADBEAF87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D8B8E-E854-1DC7-EBB6-E2049521E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22DFD-DB99-45C6-9F20-54734D4D55A2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21C88-A7C7-229E-C38B-1226CC321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D04D9-93B3-0374-608A-D829B19B3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C48-F724-464F-B2C1-39D6C0B83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34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E5AAF-0B40-3920-3970-34FEF6C9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D115B-C68E-C46B-7E1F-82238E442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B60A5-ADC3-9706-D980-5F99B5E70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0D743-AA33-13F9-291B-957CAACB6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22DFD-DB99-45C6-9F20-54734D4D55A2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DD318-F67C-2BF1-4BC9-B8EFDC3FB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D2A01-DE63-05FB-10CA-FDF8FF9A0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C48-F724-464F-B2C1-39D6C0B83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4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E99EC-C89A-DDD8-D171-12B1A731A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7D553-03AD-E310-611D-BF2EA9FF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860FD-74FB-9FF7-8C70-4432EC31C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3BB56E-60E3-2384-4D27-AC4A19B83B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E58D71-DEC7-75E2-F59F-DF7B0AE5D8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58FEDF-7547-0EDD-035D-122E458E1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22DFD-DB99-45C6-9F20-54734D4D55A2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72C188-32C4-2DB8-AB8C-800594379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291AA-12CD-0BBA-EF16-9153D33F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C48-F724-464F-B2C1-39D6C0B83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70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BD991-6623-88CF-5CD9-25AFDD404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4F80A3-35BA-4FA4-EF48-80DF364A8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22DFD-DB99-45C6-9F20-54734D4D55A2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5001D-542E-E098-5A80-0AC3D9ADB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D9B8B5-A1A0-E684-ADE5-61552A07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C48-F724-464F-B2C1-39D6C0B83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7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723E7-2042-3121-ECD1-1D816D04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22DFD-DB99-45C6-9F20-54734D4D55A2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95C1F1-C3B0-5024-8CDC-3A125DD1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C7420-2076-E306-BCCF-E5E01BFB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C48-F724-464F-B2C1-39D6C0B83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13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B91D4-BE7F-907E-B934-9FA075622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CFE18-3E68-2A4B-2462-8C4BD7872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4AF97D-EF95-8CA7-9F31-BDF9C23EB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BFBDC-2B64-2104-2534-B8CFE67C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22DFD-DB99-45C6-9F20-54734D4D55A2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A70E8-8C80-AA09-0FB0-D6AEF4D2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F7E94-7BF1-E8BF-D501-9DCEAA839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C48-F724-464F-B2C1-39D6C0B83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420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C2E89-7863-8117-CCAC-893D14C29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B98793-97B9-2F0A-E10B-72A7B839AD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84F0C-8EC4-339A-FF8B-B9B0A407C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AF904-17F2-B08A-366C-6F3F6F2D5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22DFD-DB99-45C6-9F20-54734D4D55A2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A778A-EFFC-8C17-EAE9-D96E3E8C8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E98AE-9E4B-FBF3-8347-F00CFE25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C48-F724-464F-B2C1-39D6C0B83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3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01001-E994-8DF1-A798-401252A79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42CC8-A2CE-09B1-D9FC-3327D4DE3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0FDD0-A74D-3977-24D9-47601BFF6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22DFD-DB99-45C6-9F20-54734D4D55A2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D56AE-43BB-AEFC-7C32-6F07550A8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5A8BC-6F43-EA36-B005-2D703BF1E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C48-F724-464F-B2C1-39D6C0B83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91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73451-12CA-6541-5CA2-F5E6BE5F83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47A2E2-D6FC-4D51-4C81-245771104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3399F-A129-6761-7F8E-96A7C465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22DFD-DB99-45C6-9F20-54734D4D55A2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1B025-0FA4-316E-CAE3-D56DBECAB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ED31-5AAD-29DE-ED9B-140D0BBE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B0C48-F724-464F-B2C1-39D6C0B83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9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8290E8-3404-63EF-94F7-11DF893F8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E7E82-AC60-4A20-BA0A-5C570A4DB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77B55-934E-F2F7-B8BF-9102C93A0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22DFD-DB99-45C6-9F20-54734D4D55A2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84F35-E62D-2B28-1258-AE20185FD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B8BFA-F98D-925A-7C95-760BDF74C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3B0C48-F724-464F-B2C1-39D6C0B83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1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EB6315-6EFD-16D2-9AC1-B6BB16ECCF41}"/>
              </a:ext>
            </a:extLst>
          </p:cNvPr>
          <p:cNvSpPr/>
          <p:nvPr/>
        </p:nvSpPr>
        <p:spPr>
          <a:xfrm>
            <a:off x="984738" y="902677"/>
            <a:ext cx="10146324" cy="484749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927AB9-A05C-B5F1-B09F-66975DE5F8D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FC261EE4-B1EB-F6B2-6073-75B6913DD69B}"/>
              </a:ext>
            </a:extLst>
          </p:cNvPr>
          <p:cNvSpPr/>
          <p:nvPr/>
        </p:nvSpPr>
        <p:spPr>
          <a:xfrm>
            <a:off x="4653388" y="1624137"/>
            <a:ext cx="794714" cy="794714"/>
          </a:xfrm>
          <a:prstGeom prst="mathMultiply">
            <a:avLst>
              <a:gd name="adj1" fmla="val 6918"/>
            </a:avLst>
          </a:prstGeom>
          <a:solidFill>
            <a:srgbClr val="FF3300">
              <a:alpha val="78039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4A1072E4-437E-C2F8-1896-73E7C537BAD8}"/>
              </a:ext>
            </a:extLst>
          </p:cNvPr>
          <p:cNvSpPr/>
          <p:nvPr/>
        </p:nvSpPr>
        <p:spPr>
          <a:xfrm>
            <a:off x="2331483" y="2313528"/>
            <a:ext cx="794714" cy="794714"/>
          </a:xfrm>
          <a:prstGeom prst="mathMultiply">
            <a:avLst>
              <a:gd name="adj1" fmla="val 6918"/>
            </a:avLst>
          </a:prstGeom>
          <a:solidFill>
            <a:srgbClr val="FF3300">
              <a:alpha val="78039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ultiplication Sign 13">
            <a:extLst>
              <a:ext uri="{FF2B5EF4-FFF2-40B4-BE49-F238E27FC236}">
                <a16:creationId xmlns:a16="http://schemas.microsoft.com/office/drawing/2014/main" id="{6B7A1807-8D99-EDD9-0451-DB82B79ABC05}"/>
              </a:ext>
            </a:extLst>
          </p:cNvPr>
          <p:cNvSpPr/>
          <p:nvPr/>
        </p:nvSpPr>
        <p:spPr>
          <a:xfrm>
            <a:off x="2331483" y="4166265"/>
            <a:ext cx="794714" cy="794714"/>
          </a:xfrm>
          <a:prstGeom prst="mathMultiply">
            <a:avLst>
              <a:gd name="adj1" fmla="val 6918"/>
            </a:avLst>
          </a:prstGeom>
          <a:solidFill>
            <a:srgbClr val="FF3300">
              <a:alpha val="78039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B5CEEE48-BAD1-9938-A393-02CEB4ACF783}"/>
              </a:ext>
            </a:extLst>
          </p:cNvPr>
          <p:cNvSpPr/>
          <p:nvPr/>
        </p:nvSpPr>
        <p:spPr>
          <a:xfrm>
            <a:off x="3844311" y="3031643"/>
            <a:ext cx="794714" cy="794714"/>
          </a:xfrm>
          <a:prstGeom prst="mathMultiply">
            <a:avLst>
              <a:gd name="adj1" fmla="val 6918"/>
            </a:avLst>
          </a:prstGeom>
          <a:solidFill>
            <a:schemeClr val="tx1">
              <a:lumMod val="85000"/>
              <a:lumOff val="15000"/>
              <a:alpha val="78039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221090-67E6-3683-63DA-E602EDF7920C}"/>
              </a:ext>
            </a:extLst>
          </p:cNvPr>
          <p:cNvCxnSpPr>
            <a:cxnSpLocks/>
          </p:cNvCxnSpPr>
          <p:nvPr/>
        </p:nvCxnSpPr>
        <p:spPr>
          <a:xfrm>
            <a:off x="2985829" y="2771412"/>
            <a:ext cx="948349" cy="407601"/>
          </a:xfrm>
          <a:prstGeom prst="straightConnector1">
            <a:avLst/>
          </a:prstGeom>
          <a:ln w="25400" cap="flat" cmpd="sng" algn="ctr">
            <a:solidFill>
              <a:schemeClr val="tx2"/>
            </a:solidFill>
            <a:prstDash val="dash"/>
            <a:round/>
            <a:headEnd type="arrow" w="lg" len="lg"/>
            <a:tailEnd type="arrow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D9AFDA1-6A77-E51C-1A49-A7093EBD5EBA}"/>
              </a:ext>
            </a:extLst>
          </p:cNvPr>
          <p:cNvCxnSpPr>
            <a:cxnSpLocks/>
          </p:cNvCxnSpPr>
          <p:nvPr/>
        </p:nvCxnSpPr>
        <p:spPr>
          <a:xfrm flipV="1">
            <a:off x="2935327" y="3712086"/>
            <a:ext cx="998851" cy="595722"/>
          </a:xfrm>
          <a:prstGeom prst="straightConnector1">
            <a:avLst/>
          </a:prstGeom>
          <a:ln w="25400" cap="flat" cmpd="sng" algn="ctr">
            <a:solidFill>
              <a:schemeClr val="tx2"/>
            </a:solidFill>
            <a:prstDash val="dash"/>
            <a:round/>
            <a:headEnd type="arrow" w="lg" len="lg"/>
            <a:tailEnd type="arrow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3ADF312-E986-E1DD-021E-3707313065CE}"/>
              </a:ext>
            </a:extLst>
          </p:cNvPr>
          <p:cNvCxnSpPr>
            <a:cxnSpLocks/>
          </p:cNvCxnSpPr>
          <p:nvPr/>
        </p:nvCxnSpPr>
        <p:spPr>
          <a:xfrm flipH="1">
            <a:off x="4472942" y="2387791"/>
            <a:ext cx="527178" cy="767242"/>
          </a:xfrm>
          <a:prstGeom prst="straightConnector1">
            <a:avLst/>
          </a:prstGeom>
          <a:ln w="25400" cap="flat" cmpd="sng" algn="ctr">
            <a:solidFill>
              <a:schemeClr val="tx2"/>
            </a:solidFill>
            <a:prstDash val="dash"/>
            <a:round/>
            <a:headEnd type="arrow" w="lg" len="lg"/>
            <a:tailEnd type="arrow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23A9517-3343-3EA4-1BE5-34FD1910F796}"/>
              </a:ext>
            </a:extLst>
          </p:cNvPr>
          <p:cNvCxnSpPr>
            <a:cxnSpLocks/>
          </p:cNvCxnSpPr>
          <p:nvPr/>
        </p:nvCxnSpPr>
        <p:spPr>
          <a:xfrm flipH="1">
            <a:off x="4565898" y="3429000"/>
            <a:ext cx="3330057" cy="0"/>
          </a:xfrm>
          <a:prstGeom prst="straightConnector1">
            <a:avLst/>
          </a:prstGeom>
          <a:ln w="25400" cap="flat" cmpd="sng" algn="ctr">
            <a:solidFill>
              <a:schemeClr val="tx2"/>
            </a:solidFill>
            <a:prstDash val="dash"/>
            <a:round/>
            <a:headEnd type="arrow" w="lg" len="lg"/>
            <a:tailEnd type="arrow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Multiplication Sign 36">
            <a:extLst>
              <a:ext uri="{FF2B5EF4-FFF2-40B4-BE49-F238E27FC236}">
                <a16:creationId xmlns:a16="http://schemas.microsoft.com/office/drawing/2014/main" id="{C2FE9769-B0B0-BD72-D4D0-593B8E3374C2}"/>
              </a:ext>
            </a:extLst>
          </p:cNvPr>
          <p:cNvSpPr/>
          <p:nvPr/>
        </p:nvSpPr>
        <p:spPr>
          <a:xfrm>
            <a:off x="7769121" y="3031643"/>
            <a:ext cx="794714" cy="794714"/>
          </a:xfrm>
          <a:prstGeom prst="mathMultiply">
            <a:avLst>
              <a:gd name="adj1" fmla="val 6918"/>
            </a:avLst>
          </a:prstGeom>
          <a:solidFill>
            <a:srgbClr val="FF3300">
              <a:alpha val="78039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75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45453-027F-957B-82BE-5E1DFA9F6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461C83-2BB9-E9DD-8C21-E0162E39072E}"/>
              </a:ext>
            </a:extLst>
          </p:cNvPr>
          <p:cNvSpPr/>
          <p:nvPr/>
        </p:nvSpPr>
        <p:spPr>
          <a:xfrm>
            <a:off x="984738" y="902677"/>
            <a:ext cx="10146324" cy="484749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271FFF-03D4-968F-1B64-BBAE1559E7CD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ultiplication Sign 12">
            <a:extLst>
              <a:ext uri="{FF2B5EF4-FFF2-40B4-BE49-F238E27FC236}">
                <a16:creationId xmlns:a16="http://schemas.microsoft.com/office/drawing/2014/main" id="{5B526914-56A0-54EB-AD18-9EBD12EB3D97}"/>
              </a:ext>
            </a:extLst>
          </p:cNvPr>
          <p:cNvSpPr/>
          <p:nvPr/>
        </p:nvSpPr>
        <p:spPr>
          <a:xfrm>
            <a:off x="1411296" y="1208146"/>
            <a:ext cx="794714" cy="794714"/>
          </a:xfrm>
          <a:prstGeom prst="mathMultiply">
            <a:avLst>
              <a:gd name="adj1" fmla="val 6918"/>
            </a:avLst>
          </a:prstGeom>
          <a:solidFill>
            <a:srgbClr val="FF3300">
              <a:alpha val="78039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ultiplication Sign 14">
            <a:extLst>
              <a:ext uri="{FF2B5EF4-FFF2-40B4-BE49-F238E27FC236}">
                <a16:creationId xmlns:a16="http://schemas.microsoft.com/office/drawing/2014/main" id="{F4B80D7E-C60A-A205-7AD3-89351DF79FE1}"/>
              </a:ext>
            </a:extLst>
          </p:cNvPr>
          <p:cNvSpPr/>
          <p:nvPr/>
        </p:nvSpPr>
        <p:spPr>
          <a:xfrm>
            <a:off x="3844311" y="3031643"/>
            <a:ext cx="794714" cy="794714"/>
          </a:xfrm>
          <a:prstGeom prst="mathMultiply">
            <a:avLst>
              <a:gd name="adj1" fmla="val 6918"/>
            </a:avLst>
          </a:prstGeom>
          <a:solidFill>
            <a:schemeClr val="tx1">
              <a:lumMod val="85000"/>
              <a:lumOff val="15000"/>
              <a:alpha val="78039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66F87F-1375-B960-FDF5-BFB13F79186D}"/>
              </a:ext>
            </a:extLst>
          </p:cNvPr>
          <p:cNvCxnSpPr>
            <a:cxnSpLocks/>
          </p:cNvCxnSpPr>
          <p:nvPr/>
        </p:nvCxnSpPr>
        <p:spPr>
          <a:xfrm>
            <a:off x="2090620" y="1858341"/>
            <a:ext cx="1843558" cy="1320672"/>
          </a:xfrm>
          <a:prstGeom prst="straightConnector1">
            <a:avLst/>
          </a:prstGeom>
          <a:ln w="25400" cap="flat" cmpd="sng" algn="ctr">
            <a:solidFill>
              <a:schemeClr val="tx2"/>
            </a:solidFill>
            <a:prstDash val="dash"/>
            <a:round/>
            <a:headEnd type="arrow" w="lg" len="lg"/>
            <a:tailEnd type="arrow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AE7629-BF6B-BF95-AEA7-06D04269FC26}"/>
              </a:ext>
            </a:extLst>
          </p:cNvPr>
          <p:cNvCxnSpPr>
            <a:cxnSpLocks/>
          </p:cNvCxnSpPr>
          <p:nvPr/>
        </p:nvCxnSpPr>
        <p:spPr>
          <a:xfrm flipH="1">
            <a:off x="4565898" y="3429000"/>
            <a:ext cx="1915925" cy="0"/>
          </a:xfrm>
          <a:prstGeom prst="straightConnector1">
            <a:avLst/>
          </a:prstGeom>
          <a:ln w="25400" cap="flat" cmpd="sng" algn="ctr">
            <a:solidFill>
              <a:schemeClr val="tx2"/>
            </a:solidFill>
            <a:prstDash val="dash"/>
            <a:round/>
            <a:headEnd type="arrow" w="lg" len="lg"/>
            <a:tailEnd type="arrow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Multiplication Sign 36">
            <a:extLst>
              <a:ext uri="{FF2B5EF4-FFF2-40B4-BE49-F238E27FC236}">
                <a16:creationId xmlns:a16="http://schemas.microsoft.com/office/drawing/2014/main" id="{3C08EC25-74B9-0F52-3843-755318C83857}"/>
              </a:ext>
            </a:extLst>
          </p:cNvPr>
          <p:cNvSpPr/>
          <p:nvPr/>
        </p:nvSpPr>
        <p:spPr>
          <a:xfrm>
            <a:off x="6327282" y="3031643"/>
            <a:ext cx="794714" cy="794714"/>
          </a:xfrm>
          <a:prstGeom prst="mathMultiply">
            <a:avLst>
              <a:gd name="adj1" fmla="val 6918"/>
            </a:avLst>
          </a:prstGeom>
          <a:solidFill>
            <a:srgbClr val="FF3300">
              <a:alpha val="78039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60E28-92B0-E86F-E965-C122E6E3BEBF}"/>
              </a:ext>
            </a:extLst>
          </p:cNvPr>
          <p:cNvSpPr txBox="1"/>
          <p:nvPr/>
        </p:nvSpPr>
        <p:spPr>
          <a:xfrm>
            <a:off x="2985829" y="4999659"/>
            <a:ext cx="5004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31446-43AF-DA00-9215-87BCCB96926D}"/>
              </a:ext>
            </a:extLst>
          </p:cNvPr>
          <p:cNvSpPr txBox="1"/>
          <p:nvPr/>
        </p:nvSpPr>
        <p:spPr>
          <a:xfrm>
            <a:off x="8455486" y="4999659"/>
            <a:ext cx="5581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27622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6A3EDF-2948-6450-8FB7-1A31F3A1D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787661"/>
              </p:ext>
            </p:extLst>
          </p:nvPr>
        </p:nvGraphicFramePr>
        <p:xfrm>
          <a:off x="997913" y="1574800"/>
          <a:ext cx="462250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2250">
                  <a:extLst>
                    <a:ext uri="{9D8B030D-6E8A-4147-A177-3AD203B41FA5}">
                      <a16:colId xmlns:a16="http://schemas.microsoft.com/office/drawing/2014/main" val="422131534"/>
                    </a:ext>
                  </a:extLst>
                </a:gridCol>
                <a:gridCol w="462250">
                  <a:extLst>
                    <a:ext uri="{9D8B030D-6E8A-4147-A177-3AD203B41FA5}">
                      <a16:colId xmlns:a16="http://schemas.microsoft.com/office/drawing/2014/main" val="629250132"/>
                    </a:ext>
                  </a:extLst>
                </a:gridCol>
                <a:gridCol w="462250">
                  <a:extLst>
                    <a:ext uri="{9D8B030D-6E8A-4147-A177-3AD203B41FA5}">
                      <a16:colId xmlns:a16="http://schemas.microsoft.com/office/drawing/2014/main" val="502619958"/>
                    </a:ext>
                  </a:extLst>
                </a:gridCol>
                <a:gridCol w="462250">
                  <a:extLst>
                    <a:ext uri="{9D8B030D-6E8A-4147-A177-3AD203B41FA5}">
                      <a16:colId xmlns:a16="http://schemas.microsoft.com/office/drawing/2014/main" val="1380321012"/>
                    </a:ext>
                  </a:extLst>
                </a:gridCol>
                <a:gridCol w="462250">
                  <a:extLst>
                    <a:ext uri="{9D8B030D-6E8A-4147-A177-3AD203B41FA5}">
                      <a16:colId xmlns:a16="http://schemas.microsoft.com/office/drawing/2014/main" val="659905740"/>
                    </a:ext>
                  </a:extLst>
                </a:gridCol>
                <a:gridCol w="462250">
                  <a:extLst>
                    <a:ext uri="{9D8B030D-6E8A-4147-A177-3AD203B41FA5}">
                      <a16:colId xmlns:a16="http://schemas.microsoft.com/office/drawing/2014/main" val="2924599126"/>
                    </a:ext>
                  </a:extLst>
                </a:gridCol>
                <a:gridCol w="462250">
                  <a:extLst>
                    <a:ext uri="{9D8B030D-6E8A-4147-A177-3AD203B41FA5}">
                      <a16:colId xmlns:a16="http://schemas.microsoft.com/office/drawing/2014/main" val="3075818111"/>
                    </a:ext>
                  </a:extLst>
                </a:gridCol>
                <a:gridCol w="462250">
                  <a:extLst>
                    <a:ext uri="{9D8B030D-6E8A-4147-A177-3AD203B41FA5}">
                      <a16:colId xmlns:a16="http://schemas.microsoft.com/office/drawing/2014/main" val="3125537976"/>
                    </a:ext>
                  </a:extLst>
                </a:gridCol>
                <a:gridCol w="462250">
                  <a:extLst>
                    <a:ext uri="{9D8B030D-6E8A-4147-A177-3AD203B41FA5}">
                      <a16:colId xmlns:a16="http://schemas.microsoft.com/office/drawing/2014/main" val="3213295594"/>
                    </a:ext>
                  </a:extLst>
                </a:gridCol>
                <a:gridCol w="462250">
                  <a:extLst>
                    <a:ext uri="{9D8B030D-6E8A-4147-A177-3AD203B41FA5}">
                      <a16:colId xmlns:a16="http://schemas.microsoft.com/office/drawing/2014/main" val="21350922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58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2580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28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3104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6570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089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323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0508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7924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5310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B2666C0-A672-84C8-E163-BC31F78754CC}"/>
              </a:ext>
            </a:extLst>
          </p:cNvPr>
          <p:cNvSpPr txBox="1"/>
          <p:nvPr/>
        </p:nvSpPr>
        <p:spPr>
          <a:xfrm>
            <a:off x="6292560" y="2416160"/>
            <a:ext cx="40398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E  L  E  P  H  A  N  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B5071-3481-210D-66BB-9ECB03B17FFF}"/>
              </a:ext>
            </a:extLst>
          </p:cNvPr>
          <p:cNvSpPr txBox="1"/>
          <p:nvPr/>
        </p:nvSpPr>
        <p:spPr>
          <a:xfrm>
            <a:off x="6349828" y="3647452"/>
            <a:ext cx="40751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2">
                    <a:lumMod val="90000"/>
                  </a:schemeClr>
                </a:solidFill>
              </a:rPr>
              <a:t>R  </a:t>
            </a:r>
            <a:r>
              <a:rPr lang="en-US" sz="4000"/>
              <a:t>E  L  E	 V  A  N  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F7B088-2672-4DBA-4014-684B633AF162}"/>
              </a:ext>
            </a:extLst>
          </p:cNvPr>
          <p:cNvSpPr txBox="1"/>
          <p:nvPr/>
        </p:nvSpPr>
        <p:spPr>
          <a:xfrm>
            <a:off x="6201088" y="4265653"/>
            <a:ext cx="813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delete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06E57F-793A-7D3F-FD92-D01A9CC5D175}"/>
              </a:ext>
            </a:extLst>
          </p:cNvPr>
          <p:cNvSpPr txBox="1"/>
          <p:nvPr/>
        </p:nvSpPr>
        <p:spPr>
          <a:xfrm>
            <a:off x="8331935" y="4283870"/>
            <a:ext cx="752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insert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CA4451-23AA-A1B3-276E-88C22E383155}"/>
              </a:ext>
            </a:extLst>
          </p:cNvPr>
          <p:cNvSpPr txBox="1"/>
          <p:nvPr/>
        </p:nvSpPr>
        <p:spPr>
          <a:xfrm>
            <a:off x="8504283" y="3201083"/>
            <a:ext cx="936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t>replace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86706F-5368-EB6E-4012-4509FE4CADDE}"/>
              </a:ext>
            </a:extLst>
          </p:cNvPr>
          <p:cNvCxnSpPr>
            <a:cxnSpLocks/>
          </p:cNvCxnSpPr>
          <p:nvPr/>
        </p:nvCxnSpPr>
        <p:spPr>
          <a:xfrm>
            <a:off x="8504283" y="3021697"/>
            <a:ext cx="0" cy="738019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9F5465-4852-9EAE-DF5F-FDE60C52C463}"/>
              </a:ext>
            </a:extLst>
          </p:cNvPr>
          <p:cNvCxnSpPr>
            <a:cxnSpLocks/>
          </p:cNvCxnSpPr>
          <p:nvPr/>
        </p:nvCxnSpPr>
        <p:spPr>
          <a:xfrm flipH="1">
            <a:off x="6292560" y="3759716"/>
            <a:ext cx="553714" cy="505937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9FC8192-3985-30F0-2892-750CDDE8E02B}"/>
              </a:ext>
            </a:extLst>
          </p:cNvPr>
          <p:cNvSpPr txBox="1"/>
          <p:nvPr/>
        </p:nvSpPr>
        <p:spPr>
          <a:xfrm>
            <a:off x="8078492" y="4760772"/>
            <a:ext cx="442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pc="-300">
                <a:solidFill>
                  <a:schemeClr val="tx2">
                    <a:lumMod val="50000"/>
                    <a:lumOff val="50000"/>
                  </a:schemeClr>
                </a:solidFill>
              </a:rPr>
              <a:t>P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1F3BBAD-DC0D-0092-ADAA-0645CD01CACF}"/>
              </a:ext>
            </a:extLst>
          </p:cNvPr>
          <p:cNvCxnSpPr>
            <a:cxnSpLocks/>
          </p:cNvCxnSpPr>
          <p:nvPr/>
        </p:nvCxnSpPr>
        <p:spPr>
          <a:xfrm flipV="1">
            <a:off x="8299867" y="4052886"/>
            <a:ext cx="0" cy="725314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739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83D4EB6-0D7E-3B89-F33D-30EA23883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468607"/>
              </p:ext>
            </p:extLst>
          </p:nvPr>
        </p:nvGraphicFramePr>
        <p:xfrm>
          <a:off x="3798564" y="1303733"/>
          <a:ext cx="44597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5976">
                  <a:extLst>
                    <a:ext uri="{9D8B030D-6E8A-4147-A177-3AD203B41FA5}">
                      <a16:colId xmlns:a16="http://schemas.microsoft.com/office/drawing/2014/main" val="1485278154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2881787232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3000371429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2998613425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2374108893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4071556999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80334061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523278044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662703729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1774477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901789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872D3E-AE22-8BCA-44E5-6B9D05199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297590"/>
              </p:ext>
            </p:extLst>
          </p:nvPr>
        </p:nvGraphicFramePr>
        <p:xfrm>
          <a:off x="3798564" y="1915727"/>
          <a:ext cx="44597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5976">
                  <a:extLst>
                    <a:ext uri="{9D8B030D-6E8A-4147-A177-3AD203B41FA5}">
                      <a16:colId xmlns:a16="http://schemas.microsoft.com/office/drawing/2014/main" val="1485278154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2881787232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3000371429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2998613425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2374108893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4071556999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80334061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523278044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662703729"/>
                    </a:ext>
                  </a:extLst>
                </a:gridCol>
                <a:gridCol w="445976">
                  <a:extLst>
                    <a:ext uri="{9D8B030D-6E8A-4147-A177-3AD203B41FA5}">
                      <a16:colId xmlns:a16="http://schemas.microsoft.com/office/drawing/2014/main" val="1774477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901789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2A74F7-19F6-42D2-B829-D097D6436099}"/>
                  </a:ext>
                </a:extLst>
              </p:cNvPr>
              <p:cNvSpPr txBox="1"/>
              <p:nvPr/>
            </p:nvSpPr>
            <p:spPr>
              <a:xfrm>
                <a:off x="3322743" y="1243686"/>
                <a:ext cx="42581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2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02A74F7-19F6-42D2-B829-D097D6436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743" y="1243686"/>
                <a:ext cx="425818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033B32-854D-DB90-0FEC-75CE19139E8A}"/>
                  </a:ext>
                </a:extLst>
              </p:cNvPr>
              <p:cNvSpPr txBox="1"/>
              <p:nvPr/>
            </p:nvSpPr>
            <p:spPr>
              <a:xfrm>
                <a:off x="3322743" y="1844959"/>
                <a:ext cx="42581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80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7033B32-854D-DB90-0FEC-75CE19139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743" y="1844959"/>
                <a:ext cx="425818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2D209C-01FA-D21F-9F8B-6FE345B04CFC}"/>
              </a:ext>
            </a:extLst>
          </p:cNvPr>
          <p:cNvCxnSpPr/>
          <p:nvPr/>
        </p:nvCxnSpPr>
        <p:spPr>
          <a:xfrm>
            <a:off x="4922134" y="1674573"/>
            <a:ext cx="0" cy="241154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28568B-B40D-1765-AE63-888AEDC45CB7}"/>
              </a:ext>
            </a:extLst>
          </p:cNvPr>
          <p:cNvCxnSpPr/>
          <p:nvPr/>
        </p:nvCxnSpPr>
        <p:spPr>
          <a:xfrm>
            <a:off x="6694990" y="1674573"/>
            <a:ext cx="0" cy="241154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99349DD-74A4-EDF6-B90B-52CA518BD680}"/>
              </a:ext>
            </a:extLst>
          </p:cNvPr>
          <p:cNvCxnSpPr/>
          <p:nvPr/>
        </p:nvCxnSpPr>
        <p:spPr>
          <a:xfrm>
            <a:off x="7593958" y="1674573"/>
            <a:ext cx="0" cy="241154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7202676-4A4C-BCC5-F094-0CFE21B4B157}"/>
              </a:ext>
            </a:extLst>
          </p:cNvPr>
          <p:cNvSpPr/>
          <p:nvPr/>
        </p:nvSpPr>
        <p:spPr>
          <a:xfrm>
            <a:off x="4692092" y="1183511"/>
            <a:ext cx="442724" cy="1224023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32C202-057C-80DD-A1E8-4479BAE67DED}"/>
              </a:ext>
            </a:extLst>
          </p:cNvPr>
          <p:cNvSpPr/>
          <p:nvPr/>
        </p:nvSpPr>
        <p:spPr>
          <a:xfrm>
            <a:off x="6473628" y="1183138"/>
            <a:ext cx="442724" cy="1224023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104AD8-2D74-F3F7-22CB-760DE816A47E}"/>
              </a:ext>
            </a:extLst>
          </p:cNvPr>
          <p:cNvSpPr/>
          <p:nvPr/>
        </p:nvSpPr>
        <p:spPr>
          <a:xfrm>
            <a:off x="7365361" y="1183138"/>
            <a:ext cx="442724" cy="1224023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28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9099FA-FA64-5FA3-5CCD-EBF9B6AAD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256" y="0"/>
            <a:ext cx="9444789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CBBC60-B6DF-0658-5798-F732CD007897}"/>
                  </a:ext>
                </a:extLst>
              </p:cNvPr>
              <p:cNvSpPr txBox="1"/>
              <p:nvPr/>
            </p:nvSpPr>
            <p:spPr>
              <a:xfrm>
                <a:off x="464553" y="4564174"/>
                <a:ext cx="17979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CBBC60-B6DF-0658-5798-F732CD007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53" y="4564174"/>
                <a:ext cx="1797993" cy="276999"/>
              </a:xfrm>
              <a:prstGeom prst="rect">
                <a:avLst/>
              </a:prstGeom>
              <a:blipFill>
                <a:blip r:embed="rId3"/>
                <a:stretch>
                  <a:fillRect l="-2034" t="-4444" r="-4068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47CFA3-EE6F-5366-D92B-92BCB07E1B47}"/>
                  </a:ext>
                </a:extLst>
              </p:cNvPr>
              <p:cNvSpPr txBox="1"/>
              <p:nvPr/>
            </p:nvSpPr>
            <p:spPr>
              <a:xfrm>
                <a:off x="9332104" y="4380501"/>
                <a:ext cx="2592313" cy="3673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𝑖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047CFA3-EE6F-5366-D92B-92BCB07E1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2104" y="4380501"/>
                <a:ext cx="2592313" cy="367345"/>
              </a:xfrm>
              <a:prstGeom prst="rect">
                <a:avLst/>
              </a:prstGeom>
              <a:blipFill>
                <a:blip r:embed="rId4"/>
                <a:stretch>
                  <a:fillRect l="-1882" r="-471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01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A9C69C-C618-5E5C-A1A5-C00B0EA4B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51"/>
          <a:stretch>
            <a:fillRect/>
          </a:stretch>
        </p:blipFill>
        <p:spPr>
          <a:xfrm>
            <a:off x="1623442" y="125412"/>
            <a:ext cx="8945116" cy="352640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3DA85D0-0269-8E9A-DAA9-3E053B95CA91}"/>
              </a:ext>
            </a:extLst>
          </p:cNvPr>
          <p:cNvSpPr/>
          <p:nvPr/>
        </p:nvSpPr>
        <p:spPr>
          <a:xfrm>
            <a:off x="9440208" y="1387994"/>
            <a:ext cx="1127478" cy="2645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F657CB-7E90-9DC3-A742-E0F57E338D52}"/>
              </a:ext>
            </a:extLst>
          </p:cNvPr>
          <p:cNvSpPr/>
          <p:nvPr/>
        </p:nvSpPr>
        <p:spPr>
          <a:xfrm>
            <a:off x="9281149" y="292549"/>
            <a:ext cx="1127478" cy="2893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9BDEA9-FC50-DDF8-97A3-1090599B86D4}"/>
                  </a:ext>
                </a:extLst>
              </p:cNvPr>
              <p:cNvSpPr txBox="1"/>
              <p:nvPr/>
            </p:nvSpPr>
            <p:spPr>
              <a:xfrm>
                <a:off x="9307211" y="253172"/>
                <a:ext cx="805220" cy="2819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D9BDEA9-FC50-DDF8-97A3-1090599B8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7211" y="253172"/>
                <a:ext cx="805220" cy="281937"/>
              </a:xfrm>
              <a:prstGeom prst="rect">
                <a:avLst/>
              </a:prstGeom>
              <a:blipFill>
                <a:blip r:embed="rId3"/>
                <a:stretch>
                  <a:fillRect l="-4545" t="-2174" r="-227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84EADF-9E7B-F41E-29AA-9043BD324EE5}"/>
                  </a:ext>
                </a:extLst>
              </p:cNvPr>
              <p:cNvSpPr txBox="1"/>
              <p:nvPr/>
            </p:nvSpPr>
            <p:spPr>
              <a:xfrm>
                <a:off x="3057697" y="1459946"/>
                <a:ext cx="2696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584EADF-9E7B-F41E-29AA-9043BD324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697" y="1459946"/>
                <a:ext cx="269689" cy="276999"/>
              </a:xfrm>
              <a:prstGeom prst="rect">
                <a:avLst/>
              </a:prstGeom>
              <a:blipFill>
                <a:blip r:embed="rId4"/>
                <a:stretch>
                  <a:fillRect l="-13636" r="-909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971AE7-6F5D-9507-1F2B-1A927D5E88D0}"/>
                  </a:ext>
                </a:extLst>
              </p:cNvPr>
              <p:cNvSpPr txBox="1"/>
              <p:nvPr/>
            </p:nvSpPr>
            <p:spPr>
              <a:xfrm>
                <a:off x="4779276" y="1459946"/>
                <a:ext cx="2750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971AE7-6F5D-9507-1F2B-1A927D5E8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276" y="1459946"/>
                <a:ext cx="275011" cy="276999"/>
              </a:xfrm>
              <a:prstGeom prst="rect">
                <a:avLst/>
              </a:prstGeom>
              <a:blipFill>
                <a:blip r:embed="rId5"/>
                <a:stretch>
                  <a:fillRect l="-13333" r="-8889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7FA349-78C2-4032-4412-2C68CFD92713}"/>
                  </a:ext>
                </a:extLst>
              </p:cNvPr>
              <p:cNvSpPr txBox="1"/>
              <p:nvPr/>
            </p:nvSpPr>
            <p:spPr>
              <a:xfrm>
                <a:off x="6421039" y="1465588"/>
                <a:ext cx="2196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7FA349-78C2-4032-4412-2C68CFD92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1039" y="1465588"/>
                <a:ext cx="219611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59DC15-6224-7DF5-6157-150831AAFABE}"/>
                  </a:ext>
                </a:extLst>
              </p:cNvPr>
              <p:cNvSpPr txBox="1"/>
              <p:nvPr/>
            </p:nvSpPr>
            <p:spPr>
              <a:xfrm>
                <a:off x="8074376" y="1469014"/>
                <a:ext cx="3372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59DC15-6224-7DF5-6157-150831AAF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4376" y="1469014"/>
                <a:ext cx="337207" cy="276999"/>
              </a:xfrm>
              <a:prstGeom prst="rect">
                <a:avLst/>
              </a:prstGeom>
              <a:blipFill>
                <a:blip r:embed="rId7"/>
                <a:stretch>
                  <a:fillRect l="-10909" r="-1818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459236-C13C-F462-7E8C-1EC248865111}"/>
                  </a:ext>
                </a:extLst>
              </p:cNvPr>
              <p:cNvSpPr txBox="1"/>
              <p:nvPr/>
            </p:nvSpPr>
            <p:spPr>
              <a:xfrm>
                <a:off x="9281149" y="1448372"/>
                <a:ext cx="1939057" cy="3105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smtClean="0">
                          <a:latin typeface="Cambria Math" panose="02040503050406030204" pitchFamily="18" charset="0"/>
                        </a:rPr>
                        <m:t>subvectors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459236-C13C-F462-7E8C-1EC248865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1149" y="1448372"/>
                <a:ext cx="1939057" cy="310598"/>
              </a:xfrm>
              <a:prstGeom prst="rect">
                <a:avLst/>
              </a:prstGeom>
              <a:blipFill>
                <a:blip r:embed="rId8"/>
                <a:stretch>
                  <a:fillRect l="-2821" r="-313"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B9E504-415D-F6CF-3EEC-C1881488066A}"/>
                  </a:ext>
                </a:extLst>
              </p:cNvPr>
              <p:cNvSpPr txBox="1"/>
              <p:nvPr/>
            </p:nvSpPr>
            <p:spPr>
              <a:xfrm>
                <a:off x="2261066" y="3567954"/>
                <a:ext cx="1666354" cy="2327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</m:sSub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B9E504-415D-F6CF-3EEC-C18814880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066" y="3567954"/>
                <a:ext cx="1666354" cy="232756"/>
              </a:xfrm>
              <a:prstGeom prst="rect">
                <a:avLst/>
              </a:prstGeom>
              <a:blipFill>
                <a:blip r:embed="rId9"/>
                <a:stretch>
                  <a:fillRect l="-2198" r="-3663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3F7D8D6B-91A0-3AEA-31F4-CE8487FC6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829"/>
          <a:stretch>
            <a:fillRect/>
          </a:stretch>
        </p:blipFill>
        <p:spPr>
          <a:xfrm>
            <a:off x="1623442" y="3866586"/>
            <a:ext cx="8945116" cy="29914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D849E9-AA77-21A0-BBDB-E31E39CDB1DB}"/>
                  </a:ext>
                </a:extLst>
              </p:cNvPr>
              <p:cNvSpPr txBox="1"/>
              <p:nvPr/>
            </p:nvSpPr>
            <p:spPr>
              <a:xfrm>
                <a:off x="2974532" y="4669323"/>
                <a:ext cx="43601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D849E9-AA77-21A0-BBDB-E31E39CDB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532" y="4669323"/>
                <a:ext cx="436017" cy="246221"/>
              </a:xfrm>
              <a:prstGeom prst="rect">
                <a:avLst/>
              </a:prstGeom>
              <a:blipFill>
                <a:blip r:embed="rId10"/>
                <a:stretch>
                  <a:fillRect l="-11268" r="-5634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FDC299-5ED1-0534-4EC4-AD44F7F18F82}"/>
                  </a:ext>
                </a:extLst>
              </p:cNvPr>
              <p:cNvSpPr txBox="1"/>
              <p:nvPr/>
            </p:nvSpPr>
            <p:spPr>
              <a:xfrm>
                <a:off x="4608780" y="4655914"/>
                <a:ext cx="44550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FDC299-5ED1-0534-4EC4-AD44F7F18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8780" y="4655914"/>
                <a:ext cx="445507" cy="246221"/>
              </a:xfrm>
              <a:prstGeom prst="rect">
                <a:avLst/>
              </a:prstGeom>
              <a:blipFill>
                <a:blip r:embed="rId11"/>
                <a:stretch>
                  <a:fillRect l="-10959" r="-411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A381FA-6D84-A699-F542-5E46EAF1804E}"/>
                  </a:ext>
                </a:extLst>
              </p:cNvPr>
              <p:cNvSpPr txBox="1"/>
              <p:nvPr/>
            </p:nvSpPr>
            <p:spPr>
              <a:xfrm>
                <a:off x="6445084" y="4667490"/>
                <a:ext cx="19556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CA381FA-6D84-A699-F542-5E46EAF18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084" y="4667490"/>
                <a:ext cx="195566" cy="246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50381AC-2A7F-3C72-5F68-7CFA62EFA367}"/>
                  </a:ext>
                </a:extLst>
              </p:cNvPr>
              <p:cNvSpPr txBox="1"/>
              <p:nvPr/>
            </p:nvSpPr>
            <p:spPr>
              <a:xfrm>
                <a:off x="7865022" y="4661700"/>
                <a:ext cx="55643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sz="16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50381AC-2A7F-3C72-5F68-7CFA62EFA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022" y="4661700"/>
                <a:ext cx="556434" cy="246221"/>
              </a:xfrm>
              <a:prstGeom prst="rect">
                <a:avLst/>
              </a:prstGeom>
              <a:blipFill>
                <a:blip r:embed="rId13"/>
                <a:stretch>
                  <a:fillRect l="-8791" r="-219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4439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7146488-5B44-4FFB-F7C7-C3ADB6F164EC}"/>
              </a:ext>
            </a:extLst>
          </p:cNvPr>
          <p:cNvGrpSpPr/>
          <p:nvPr/>
        </p:nvGrpSpPr>
        <p:grpSpPr>
          <a:xfrm>
            <a:off x="4937285" y="2553099"/>
            <a:ext cx="1750671" cy="1758470"/>
            <a:chOff x="5206634" y="2553099"/>
            <a:chExt cx="1750671" cy="1758470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19A54A85-528D-9FAB-DA52-0FE8ED0F3054}"/>
                </a:ext>
              </a:extLst>
            </p:cNvPr>
            <p:cNvGrpSpPr/>
            <p:nvPr/>
          </p:nvGrpSpPr>
          <p:grpSpPr>
            <a:xfrm>
              <a:off x="5206634" y="2560898"/>
              <a:ext cx="1750671" cy="1750671"/>
              <a:chOff x="2297969" y="2336268"/>
              <a:chExt cx="2221370" cy="2221370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2A0E0A27-B2F0-2AD1-EBA4-DA7D965B0CC0}"/>
                  </a:ext>
                </a:extLst>
              </p:cNvPr>
              <p:cNvSpPr/>
              <p:nvPr/>
            </p:nvSpPr>
            <p:spPr>
              <a:xfrm>
                <a:off x="2297969" y="2336268"/>
                <a:ext cx="2221370" cy="2221370"/>
              </a:xfrm>
              <a:prstGeom prst="ellipse">
                <a:avLst/>
              </a:prstGeom>
              <a:noFill/>
              <a:ln>
                <a:solidFill>
                  <a:srgbClr val="156082">
                    <a:alpha val="50196"/>
                  </a:srgb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57FDD664-F44E-B255-637E-A586695C7CD5}"/>
                  </a:ext>
                </a:extLst>
              </p:cNvPr>
              <p:cNvSpPr/>
              <p:nvPr/>
            </p:nvSpPr>
            <p:spPr>
              <a:xfrm>
                <a:off x="3372654" y="3410953"/>
                <a:ext cx="72000" cy="72000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9FE6AF3A-49AB-D034-C4C2-E440EEA08DF0}"/>
                    </a:ext>
                  </a:extLst>
                </p:cNvPr>
                <p:cNvSpPr txBox="1"/>
                <p:nvPr/>
              </p:nvSpPr>
              <p:spPr>
                <a:xfrm>
                  <a:off x="6121353" y="3296275"/>
                  <a:ext cx="194476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solidFill>
                              <a:srgbClr val="AAAAAA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sz="1600">
                    <a:solidFill>
                      <a:srgbClr val="AAAAAA"/>
                    </a:solidFill>
                  </a:endParaRPr>
                </a:p>
              </p:txBody>
            </p:sp>
          </mc:Choice>
          <mc:Fallback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9FE6AF3A-49AB-D034-C4C2-E440EEA08D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353" y="3296275"/>
                  <a:ext cx="194476" cy="246221"/>
                </a:xfrm>
                <a:prstGeom prst="rect">
                  <a:avLst/>
                </a:prstGeom>
                <a:blipFill>
                  <a:blip r:embed="rId2"/>
                  <a:stretch>
                    <a:fillRect l="-21875" r="-12500"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901EAED7-ACE5-A5DE-7D7C-828CF762E910}"/>
                </a:ext>
              </a:extLst>
            </p:cNvPr>
            <p:cNvGrpSpPr/>
            <p:nvPr/>
          </p:nvGrpSpPr>
          <p:grpSpPr>
            <a:xfrm>
              <a:off x="5464669" y="3143728"/>
              <a:ext cx="1167841" cy="1167841"/>
              <a:chOff x="2210316" y="2368206"/>
              <a:chExt cx="2176861" cy="2176861"/>
            </a:xfrm>
          </p:grpSpPr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29A7FCEC-EDB7-F30B-BA04-006545E9E734}"/>
                  </a:ext>
                </a:extLst>
              </p:cNvPr>
              <p:cNvSpPr/>
              <p:nvPr/>
            </p:nvSpPr>
            <p:spPr>
              <a:xfrm>
                <a:off x="2210316" y="2368206"/>
                <a:ext cx="2176861" cy="2176861"/>
              </a:xfrm>
              <a:prstGeom prst="ellipse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39A26A4B-8FE3-CBAD-717E-3EAB345BBB6F}"/>
                  </a:ext>
                </a:extLst>
              </p:cNvPr>
              <p:cNvSpPr/>
              <p:nvPr/>
            </p:nvSpPr>
            <p:spPr>
              <a:xfrm>
                <a:off x="3285000" y="3385162"/>
                <a:ext cx="85220" cy="85220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6AEEDC31-953B-2797-5EB8-F8DE8104B8F3}"/>
                </a:ext>
              </a:extLst>
            </p:cNvPr>
            <p:cNvGrpSpPr/>
            <p:nvPr/>
          </p:nvGrpSpPr>
          <p:grpSpPr>
            <a:xfrm>
              <a:off x="5502431" y="2553099"/>
              <a:ext cx="1010935" cy="1010935"/>
              <a:chOff x="2171283" y="2336268"/>
              <a:chExt cx="2221370" cy="2221370"/>
            </a:xfrm>
          </p:grpSpPr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ACAF32F0-F163-622B-A2E8-C7BD69E4B0C8}"/>
                  </a:ext>
                </a:extLst>
              </p:cNvPr>
              <p:cNvSpPr/>
              <p:nvPr/>
            </p:nvSpPr>
            <p:spPr>
              <a:xfrm>
                <a:off x="2171283" y="2336268"/>
                <a:ext cx="2221370" cy="2221370"/>
              </a:xfrm>
              <a:prstGeom prst="ellipse">
                <a:avLst/>
              </a:prstGeom>
              <a:noFill/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2F5EE31B-472F-E57F-FF6F-407DB6202E46}"/>
                  </a:ext>
                </a:extLst>
              </p:cNvPr>
              <p:cNvSpPr/>
              <p:nvPr/>
            </p:nvSpPr>
            <p:spPr>
              <a:xfrm>
                <a:off x="3245968" y="3410953"/>
                <a:ext cx="72000" cy="72000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7511277D-EA91-79CD-021C-5580C9321F61}"/>
                    </a:ext>
                  </a:extLst>
                </p:cNvPr>
                <p:cNvSpPr txBox="1"/>
                <p:nvPr/>
              </p:nvSpPr>
              <p:spPr>
                <a:xfrm>
                  <a:off x="5812098" y="3630050"/>
                  <a:ext cx="190579" cy="13305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smtClean="0">
                                <a:solidFill>
                                  <a:schemeClr val="accent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b="0" i="1" smtClean="0">
                                <a:solidFill>
                                  <a:schemeClr val="accent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800" b="0" i="1" smtClean="0">
                                <a:solidFill>
                                  <a:schemeClr val="accent2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𝑙𝑒𝑓𝑡</m:t>
                            </m:r>
                          </m:sub>
                        </m:sSub>
                      </m:oMath>
                    </m:oMathPara>
                  </a14:m>
                  <a:endParaRPr lang="en-US" sz="800">
                    <a:solidFill>
                      <a:schemeClr val="accent2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7511277D-EA91-79CD-021C-5580C9321F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2098" y="3630050"/>
                  <a:ext cx="190579" cy="133050"/>
                </a:xfrm>
                <a:prstGeom prst="rect">
                  <a:avLst/>
                </a:prstGeom>
                <a:blipFill>
                  <a:blip r:embed="rId3"/>
                  <a:stretch>
                    <a:fillRect l="-18750" r="-21875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368132D0-695B-DABA-927C-B823044BECBE}"/>
                    </a:ext>
                  </a:extLst>
                </p:cNvPr>
                <p:cNvSpPr txBox="1"/>
                <p:nvPr/>
              </p:nvSpPr>
              <p:spPr>
                <a:xfrm>
                  <a:off x="6048590" y="2971814"/>
                  <a:ext cx="194476" cy="13324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800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800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800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𝑟𝑖𝑔h𝑡</m:t>
                            </m:r>
                          </m:sub>
                        </m:sSub>
                      </m:oMath>
                    </m:oMathPara>
                  </a14:m>
                  <a:endParaRPr lang="en-US" sz="80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368132D0-695B-DABA-927C-B823044BEC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8590" y="2971814"/>
                  <a:ext cx="194476" cy="133242"/>
                </a:xfrm>
                <a:prstGeom prst="rect">
                  <a:avLst/>
                </a:prstGeom>
                <a:blipFill>
                  <a:blip r:embed="rId4"/>
                  <a:stretch>
                    <a:fillRect l="-18750" r="-43750" b="-2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2F6278F-0305-A8FD-9480-F4C6BAF50871}"/>
              </a:ext>
            </a:extLst>
          </p:cNvPr>
          <p:cNvGrpSpPr/>
          <p:nvPr/>
        </p:nvGrpSpPr>
        <p:grpSpPr>
          <a:xfrm>
            <a:off x="2516811" y="2456954"/>
            <a:ext cx="3917252" cy="1939033"/>
            <a:chOff x="2516811" y="2456954"/>
            <a:chExt cx="3917252" cy="1939033"/>
          </a:xfrm>
        </p:grpSpPr>
        <p:sp>
          <p:nvSpPr>
            <p:cNvPr id="3" name="Multiplication Sign 2">
              <a:extLst>
                <a:ext uri="{FF2B5EF4-FFF2-40B4-BE49-F238E27FC236}">
                  <a16:creationId xmlns:a16="http://schemas.microsoft.com/office/drawing/2014/main" id="{26C308B8-AD59-6CAD-AE51-5F3337C4A731}"/>
                </a:ext>
              </a:extLst>
            </p:cNvPr>
            <p:cNvSpPr/>
            <p:nvPr/>
          </p:nvSpPr>
          <p:spPr>
            <a:xfrm>
              <a:off x="3851844" y="3785906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lumMod val="85000"/>
                <a:lumOff val="15000"/>
                <a:alpha val="78039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Multiplication Sign 3">
              <a:extLst>
                <a:ext uri="{FF2B5EF4-FFF2-40B4-BE49-F238E27FC236}">
                  <a16:creationId xmlns:a16="http://schemas.microsoft.com/office/drawing/2014/main" id="{EA5918C9-0B09-2A78-00E3-AF52FC682799}"/>
                </a:ext>
              </a:extLst>
            </p:cNvPr>
            <p:cNvSpPr/>
            <p:nvPr/>
          </p:nvSpPr>
          <p:spPr>
            <a:xfrm>
              <a:off x="3505676" y="3728451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rgbClr val="FF3300">
                <a:alpha val="78039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Multiplication Sign 5">
              <a:extLst>
                <a:ext uri="{FF2B5EF4-FFF2-40B4-BE49-F238E27FC236}">
                  <a16:creationId xmlns:a16="http://schemas.microsoft.com/office/drawing/2014/main" id="{0C80F49D-BE41-ED29-B888-EC7AB59E7B40}"/>
                </a:ext>
              </a:extLst>
            </p:cNvPr>
            <p:cNvSpPr/>
            <p:nvPr/>
          </p:nvSpPr>
          <p:spPr>
            <a:xfrm>
              <a:off x="2746758" y="3585580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lumMod val="85000"/>
                <a:lumOff val="15000"/>
                <a:alpha val="78039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Multiplication Sign 6">
              <a:extLst>
                <a:ext uri="{FF2B5EF4-FFF2-40B4-BE49-F238E27FC236}">
                  <a16:creationId xmlns:a16="http://schemas.microsoft.com/office/drawing/2014/main" id="{7B04C046-5D3F-9211-E532-B8646109932B}"/>
                </a:ext>
              </a:extLst>
            </p:cNvPr>
            <p:cNvSpPr/>
            <p:nvPr/>
          </p:nvSpPr>
          <p:spPr>
            <a:xfrm>
              <a:off x="2815812" y="2944490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lumMod val="85000"/>
                <a:lumOff val="15000"/>
                <a:alpha val="78039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Multiplication Sign 7">
              <a:extLst>
                <a:ext uri="{FF2B5EF4-FFF2-40B4-BE49-F238E27FC236}">
                  <a16:creationId xmlns:a16="http://schemas.microsoft.com/office/drawing/2014/main" id="{042236A2-6D0A-E2FD-C249-5B435C9167A3}"/>
                </a:ext>
              </a:extLst>
            </p:cNvPr>
            <p:cNvSpPr/>
            <p:nvPr/>
          </p:nvSpPr>
          <p:spPr>
            <a:xfrm>
              <a:off x="3174928" y="3031013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lumMod val="85000"/>
                <a:lumOff val="15000"/>
                <a:alpha val="78039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Multiplication Sign 9">
              <a:extLst>
                <a:ext uri="{FF2B5EF4-FFF2-40B4-BE49-F238E27FC236}">
                  <a16:creationId xmlns:a16="http://schemas.microsoft.com/office/drawing/2014/main" id="{D5AB5669-26B8-BDAF-CC32-16C7957A1E42}"/>
                </a:ext>
              </a:extLst>
            </p:cNvPr>
            <p:cNvSpPr/>
            <p:nvPr/>
          </p:nvSpPr>
          <p:spPr>
            <a:xfrm>
              <a:off x="3728788" y="3105573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lumMod val="85000"/>
                <a:lumOff val="15000"/>
                <a:alpha val="78039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Multiplication Sign 10">
              <a:extLst>
                <a:ext uri="{FF2B5EF4-FFF2-40B4-BE49-F238E27FC236}">
                  <a16:creationId xmlns:a16="http://schemas.microsoft.com/office/drawing/2014/main" id="{4759778D-76AB-68EC-813D-804A05E54794}"/>
                </a:ext>
              </a:extLst>
            </p:cNvPr>
            <p:cNvSpPr/>
            <p:nvPr/>
          </p:nvSpPr>
          <p:spPr>
            <a:xfrm>
              <a:off x="3142795" y="3836673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lumMod val="85000"/>
                <a:lumOff val="15000"/>
                <a:alpha val="78039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696D1BA-3D5B-AF2B-F62A-4743821134B4}"/>
                </a:ext>
              </a:extLst>
            </p:cNvPr>
            <p:cNvGrpSpPr/>
            <p:nvPr/>
          </p:nvGrpSpPr>
          <p:grpSpPr>
            <a:xfrm>
              <a:off x="2516811" y="2560898"/>
              <a:ext cx="1750671" cy="1750671"/>
              <a:chOff x="2297969" y="2336268"/>
              <a:chExt cx="2221370" cy="222137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16D1EFE5-24B5-4AE9-70AB-FDC326F85AC2}"/>
                  </a:ext>
                </a:extLst>
              </p:cNvPr>
              <p:cNvSpPr/>
              <p:nvPr/>
            </p:nvSpPr>
            <p:spPr>
              <a:xfrm>
                <a:off x="2297969" y="2336268"/>
                <a:ext cx="2221370" cy="2221370"/>
              </a:xfrm>
              <a:prstGeom prst="ellipse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7F9A0996-E69C-6B16-D808-B28FEA95712D}"/>
                  </a:ext>
                </a:extLst>
              </p:cNvPr>
              <p:cNvSpPr/>
              <p:nvPr/>
            </p:nvSpPr>
            <p:spPr>
              <a:xfrm>
                <a:off x="3372654" y="3410953"/>
                <a:ext cx="72000" cy="72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8798317-845F-DAC4-539A-7F17517EF009}"/>
                    </a:ext>
                  </a:extLst>
                </p:cNvPr>
                <p:cNvSpPr txBox="1"/>
                <p:nvPr/>
              </p:nvSpPr>
              <p:spPr>
                <a:xfrm>
                  <a:off x="3291160" y="3466839"/>
                  <a:ext cx="194476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US" sz="1600"/>
                </a:p>
              </p:txBody>
            </p:sp>
          </mc:Choice>
          <mc:Fallback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8798317-845F-DAC4-539A-7F17517EF0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1160" y="3466839"/>
                  <a:ext cx="194476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21875" r="-12500" b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Multiplication Sign 4">
              <a:extLst>
                <a:ext uri="{FF2B5EF4-FFF2-40B4-BE49-F238E27FC236}">
                  <a16:creationId xmlns:a16="http://schemas.microsoft.com/office/drawing/2014/main" id="{DF4BA13C-4FC0-02DB-1761-205351ABD93E}"/>
                </a:ext>
              </a:extLst>
            </p:cNvPr>
            <p:cNvSpPr/>
            <p:nvPr/>
          </p:nvSpPr>
          <p:spPr>
            <a:xfrm>
              <a:off x="3174928" y="4215987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lumMod val="85000"/>
                <a:lumOff val="15000"/>
                <a:alpha val="78039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Multiplication Sign 8">
              <a:extLst>
                <a:ext uri="{FF2B5EF4-FFF2-40B4-BE49-F238E27FC236}">
                  <a16:creationId xmlns:a16="http://schemas.microsoft.com/office/drawing/2014/main" id="{504F7D07-D6F4-DBE0-48EF-9029431A5A3F}"/>
                </a:ext>
              </a:extLst>
            </p:cNvPr>
            <p:cNvSpPr/>
            <p:nvPr/>
          </p:nvSpPr>
          <p:spPr>
            <a:xfrm>
              <a:off x="3287584" y="2456954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lumMod val="85000"/>
                <a:lumOff val="15000"/>
                <a:alpha val="78039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Multiplication Sign 123">
              <a:extLst>
                <a:ext uri="{FF2B5EF4-FFF2-40B4-BE49-F238E27FC236}">
                  <a16:creationId xmlns:a16="http://schemas.microsoft.com/office/drawing/2014/main" id="{0E44966C-2FCB-4C95-ADD7-7AAA4DF40F51}"/>
                </a:ext>
              </a:extLst>
            </p:cNvPr>
            <p:cNvSpPr/>
            <p:nvPr/>
          </p:nvSpPr>
          <p:spPr>
            <a:xfrm>
              <a:off x="6254063" y="3785906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lumMod val="85000"/>
                <a:lumOff val="15000"/>
                <a:alpha val="78039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Multiplication Sign 124">
              <a:extLst>
                <a:ext uri="{FF2B5EF4-FFF2-40B4-BE49-F238E27FC236}">
                  <a16:creationId xmlns:a16="http://schemas.microsoft.com/office/drawing/2014/main" id="{A61602DB-B9E6-592F-155D-172B59BB4C55}"/>
                </a:ext>
              </a:extLst>
            </p:cNvPr>
            <p:cNvSpPr/>
            <p:nvPr/>
          </p:nvSpPr>
          <p:spPr>
            <a:xfrm>
              <a:off x="5907895" y="3728451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alpha val="78039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Multiplication Sign 125">
              <a:extLst>
                <a:ext uri="{FF2B5EF4-FFF2-40B4-BE49-F238E27FC236}">
                  <a16:creationId xmlns:a16="http://schemas.microsoft.com/office/drawing/2014/main" id="{7640B3CF-E4AC-5FA4-C8A0-70DF6546B15F}"/>
                </a:ext>
              </a:extLst>
            </p:cNvPr>
            <p:cNvSpPr/>
            <p:nvPr/>
          </p:nvSpPr>
          <p:spPr>
            <a:xfrm>
              <a:off x="5148977" y="3585580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lumMod val="85000"/>
                <a:lumOff val="15000"/>
                <a:alpha val="78039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Multiplication Sign 126">
              <a:extLst>
                <a:ext uri="{FF2B5EF4-FFF2-40B4-BE49-F238E27FC236}">
                  <a16:creationId xmlns:a16="http://schemas.microsoft.com/office/drawing/2014/main" id="{E81A5264-EA0D-D193-B0FB-9D40F7775F42}"/>
                </a:ext>
              </a:extLst>
            </p:cNvPr>
            <p:cNvSpPr/>
            <p:nvPr/>
          </p:nvSpPr>
          <p:spPr>
            <a:xfrm>
              <a:off x="5218031" y="2944490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lumMod val="85000"/>
                <a:lumOff val="15000"/>
                <a:alpha val="78039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Multiplication Sign 127">
              <a:extLst>
                <a:ext uri="{FF2B5EF4-FFF2-40B4-BE49-F238E27FC236}">
                  <a16:creationId xmlns:a16="http://schemas.microsoft.com/office/drawing/2014/main" id="{BBD39BE2-3DF6-5710-CE99-A1275EE49DA0}"/>
                </a:ext>
              </a:extLst>
            </p:cNvPr>
            <p:cNvSpPr/>
            <p:nvPr/>
          </p:nvSpPr>
          <p:spPr>
            <a:xfrm>
              <a:off x="5577147" y="3031013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lumMod val="85000"/>
                <a:lumOff val="15000"/>
                <a:alpha val="78039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Multiplication Sign 128">
              <a:extLst>
                <a:ext uri="{FF2B5EF4-FFF2-40B4-BE49-F238E27FC236}">
                  <a16:creationId xmlns:a16="http://schemas.microsoft.com/office/drawing/2014/main" id="{B6321011-48B0-A90E-CC25-9D0D3F0DAAB5}"/>
                </a:ext>
              </a:extLst>
            </p:cNvPr>
            <p:cNvSpPr/>
            <p:nvPr/>
          </p:nvSpPr>
          <p:spPr>
            <a:xfrm>
              <a:off x="6131007" y="3105573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lumMod val="85000"/>
                <a:lumOff val="15000"/>
                <a:alpha val="78039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Multiplication Sign 129">
              <a:extLst>
                <a:ext uri="{FF2B5EF4-FFF2-40B4-BE49-F238E27FC236}">
                  <a16:creationId xmlns:a16="http://schemas.microsoft.com/office/drawing/2014/main" id="{3717D4CC-0AFC-098A-254F-B633F308D00E}"/>
                </a:ext>
              </a:extLst>
            </p:cNvPr>
            <p:cNvSpPr/>
            <p:nvPr/>
          </p:nvSpPr>
          <p:spPr>
            <a:xfrm>
              <a:off x="5545014" y="3836673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lumMod val="85000"/>
                <a:lumOff val="15000"/>
                <a:alpha val="78039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Multiplication Sign 130">
              <a:extLst>
                <a:ext uri="{FF2B5EF4-FFF2-40B4-BE49-F238E27FC236}">
                  <a16:creationId xmlns:a16="http://schemas.microsoft.com/office/drawing/2014/main" id="{5D36B180-7899-C850-C953-454655D4B31F}"/>
                </a:ext>
              </a:extLst>
            </p:cNvPr>
            <p:cNvSpPr/>
            <p:nvPr/>
          </p:nvSpPr>
          <p:spPr>
            <a:xfrm>
              <a:off x="5577147" y="4215987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lumMod val="85000"/>
                <a:lumOff val="15000"/>
                <a:alpha val="78039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Multiplication Sign 131">
              <a:extLst>
                <a:ext uri="{FF2B5EF4-FFF2-40B4-BE49-F238E27FC236}">
                  <a16:creationId xmlns:a16="http://schemas.microsoft.com/office/drawing/2014/main" id="{08611E99-A7E9-B27C-8957-383F5A204A35}"/>
                </a:ext>
              </a:extLst>
            </p:cNvPr>
            <p:cNvSpPr/>
            <p:nvPr/>
          </p:nvSpPr>
          <p:spPr>
            <a:xfrm>
              <a:off x="5689803" y="2456954"/>
              <a:ext cx="180000" cy="180000"/>
            </a:xfrm>
            <a:prstGeom prst="mathMultiply">
              <a:avLst>
                <a:gd name="adj1" fmla="val 6918"/>
              </a:avLst>
            </a:prstGeom>
            <a:solidFill>
              <a:schemeClr val="tx1">
                <a:lumMod val="85000"/>
                <a:lumOff val="15000"/>
                <a:alpha val="78039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01E70B7B-A92F-2336-3174-0D60E6A8EBCF}"/>
              </a:ext>
            </a:extLst>
          </p:cNvPr>
          <p:cNvCxnSpPr>
            <a:cxnSpLocks/>
          </p:cNvCxnSpPr>
          <p:nvPr/>
        </p:nvCxnSpPr>
        <p:spPr>
          <a:xfrm>
            <a:off x="4401273" y="3429000"/>
            <a:ext cx="4022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57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87266B-539C-1BAE-2564-BA7798ABAC7E}"/>
              </a:ext>
            </a:extLst>
          </p:cNvPr>
          <p:cNvCxnSpPr>
            <a:cxnSpLocks/>
          </p:cNvCxnSpPr>
          <p:nvPr/>
        </p:nvCxnSpPr>
        <p:spPr>
          <a:xfrm>
            <a:off x="5502315" y="3428999"/>
            <a:ext cx="1874324" cy="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C8BAB15E-1A33-E5FD-D0F7-E142C56FDAF0}"/>
              </a:ext>
            </a:extLst>
          </p:cNvPr>
          <p:cNvGrpSpPr/>
          <p:nvPr/>
        </p:nvGrpSpPr>
        <p:grpSpPr>
          <a:xfrm>
            <a:off x="6457847" y="2568279"/>
            <a:ext cx="1745575" cy="1721442"/>
            <a:chOff x="6060094" y="2148361"/>
            <a:chExt cx="2597184" cy="2561278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F63A8BA-0663-4122-62BD-4F6A4BA69691}"/>
                </a:ext>
              </a:extLst>
            </p:cNvPr>
            <p:cNvSpPr/>
            <p:nvPr/>
          </p:nvSpPr>
          <p:spPr>
            <a:xfrm>
              <a:off x="6096000" y="2148361"/>
              <a:ext cx="2561278" cy="256127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2FD71F5-FB8B-A094-7F35-D7115F6506ED}"/>
                </a:ext>
              </a:extLst>
            </p:cNvPr>
            <p:cNvSpPr/>
            <p:nvPr/>
          </p:nvSpPr>
          <p:spPr>
            <a:xfrm>
              <a:off x="7340733" y="3393094"/>
              <a:ext cx="71812" cy="7181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FB59A07-4F58-6EEA-1FE5-1530D662883B}"/>
                </a:ext>
              </a:extLst>
            </p:cNvPr>
            <p:cNvSpPr/>
            <p:nvPr/>
          </p:nvSpPr>
          <p:spPr>
            <a:xfrm>
              <a:off x="6060094" y="3393094"/>
              <a:ext cx="71812" cy="71812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91051F-AB04-B2FD-3864-AD46E5E7069E}"/>
                  </a:ext>
                </a:extLst>
              </p:cNvPr>
              <p:cNvSpPr txBox="1"/>
              <p:nvPr/>
            </p:nvSpPr>
            <p:spPr>
              <a:xfrm>
                <a:off x="5412315" y="3494258"/>
                <a:ext cx="17851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91051F-AB04-B2FD-3864-AD46E5E70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315" y="3494258"/>
                <a:ext cx="178510" cy="276999"/>
              </a:xfrm>
              <a:prstGeom prst="rect">
                <a:avLst/>
              </a:prstGeom>
              <a:blipFill>
                <a:blip r:embed="rId3"/>
                <a:stretch>
                  <a:fillRect l="-34483" r="-31034" b="-23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87350AB3-F498-5A8F-9785-720E7CB8F61F}"/>
              </a:ext>
            </a:extLst>
          </p:cNvPr>
          <p:cNvSpPr/>
          <p:nvPr/>
        </p:nvSpPr>
        <p:spPr>
          <a:xfrm>
            <a:off x="5412315" y="3338999"/>
            <a:ext cx="180000" cy="180000"/>
          </a:xfrm>
          <a:prstGeom prst="mathMultiply">
            <a:avLst>
              <a:gd name="adj1" fmla="val 6918"/>
            </a:avLst>
          </a:prstGeom>
          <a:solidFill>
            <a:srgbClr val="FF3300">
              <a:alpha val="78039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46FD3D-D4D4-81F7-F9E4-F07AC06C7F63}"/>
                  </a:ext>
                </a:extLst>
              </p:cNvPr>
              <p:cNvSpPr txBox="1"/>
              <p:nvPr/>
            </p:nvSpPr>
            <p:spPr>
              <a:xfrm>
                <a:off x="6912879" y="3110874"/>
                <a:ext cx="1605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46FD3D-D4D4-81F7-F9E4-F07AC06C7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879" y="3110874"/>
                <a:ext cx="160557" cy="276999"/>
              </a:xfrm>
              <a:prstGeom prst="rect">
                <a:avLst/>
              </a:prstGeom>
              <a:blipFill>
                <a:blip r:embed="rId4"/>
                <a:stretch>
                  <a:fillRect l="-23077" r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50F6807-288B-7812-F8D6-3142D3CBDBC0}"/>
                  </a:ext>
                </a:extLst>
              </p:cNvPr>
              <p:cNvSpPr txBox="1"/>
              <p:nvPr/>
            </p:nvSpPr>
            <p:spPr>
              <a:xfrm>
                <a:off x="5942980" y="3110874"/>
                <a:ext cx="1868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50F6807-288B-7812-F8D6-3142D3CBD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980" y="3110874"/>
                <a:ext cx="186846" cy="276999"/>
              </a:xfrm>
              <a:prstGeom prst="rect">
                <a:avLst/>
              </a:prstGeom>
              <a:blipFill>
                <a:blip r:embed="rId5"/>
                <a:stretch>
                  <a:fillRect l="-32258" r="-29032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4FF265A-DA39-1724-F269-268EF035E1FC}"/>
                  </a:ext>
                </a:extLst>
              </p:cNvPr>
              <p:cNvSpPr txBox="1"/>
              <p:nvPr/>
            </p:nvSpPr>
            <p:spPr>
              <a:xfrm>
                <a:off x="7245461" y="3494259"/>
                <a:ext cx="19447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i="1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4FF265A-DA39-1724-F269-268EF035E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461" y="3494259"/>
                <a:ext cx="194477" cy="276999"/>
              </a:xfrm>
              <a:prstGeom prst="rect">
                <a:avLst/>
              </a:prstGeom>
              <a:blipFill>
                <a:blip r:embed="rId6"/>
                <a:stretch>
                  <a:fillRect l="-32258" r="-29032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033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192</Words>
  <Application>Microsoft Office PowerPoint</Application>
  <PresentationFormat>Widescreen</PresentationFormat>
  <Paragraphs>149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Phạm Thông</dc:creator>
  <cp:lastModifiedBy>Phạm Thông</cp:lastModifiedBy>
  <cp:revision>1</cp:revision>
  <dcterms:created xsi:type="dcterms:W3CDTF">2025-12-01T05:35:15Z</dcterms:created>
  <dcterms:modified xsi:type="dcterms:W3CDTF">2025-12-25T12:06:48Z</dcterms:modified>
</cp:coreProperties>
</file>