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403B015-2769-46C7-9465-E136DCA63CCF}" v="33" dt="2025-12-17T09:38:38.0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1" autoAdjust="0"/>
    <p:restoredTop sz="94660"/>
  </p:normalViewPr>
  <p:slideViewPr>
    <p:cSldViewPr snapToGrid="0" showGuides="1">
      <p:cViewPr>
        <p:scale>
          <a:sx n="150" d="100"/>
          <a:sy n="150" d="100"/>
        </p:scale>
        <p:origin x="-1407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ạm Thông" userId="cb1de41f-d0a9-4c8b-9095-fa88b5d4678f" providerId="ADAL" clId="{E2A0B859-04CE-4714-8C81-52AA70A7C49E}"/>
    <pc:docChg chg="undo custSel addSld modSld">
      <pc:chgData name="Phạm Thông" userId="cb1de41f-d0a9-4c8b-9095-fa88b5d4678f" providerId="ADAL" clId="{E2A0B859-04CE-4714-8C81-52AA70A7C49E}" dt="2025-12-17T09:38:47.895" v="437" actId="1037"/>
      <pc:docMkLst>
        <pc:docMk/>
      </pc:docMkLst>
      <pc:sldChg chg="addSp delSp modSp new mod">
        <pc:chgData name="Phạm Thông" userId="cb1de41f-d0a9-4c8b-9095-fa88b5d4678f" providerId="ADAL" clId="{E2A0B859-04CE-4714-8C81-52AA70A7C49E}" dt="2025-12-17T08:09:02.471" v="350" actId="1076"/>
        <pc:sldMkLst>
          <pc:docMk/>
          <pc:sldMk cId="1982739507" sldId="259"/>
        </pc:sldMkLst>
        <pc:spChg chg="del">
          <ac:chgData name="Phạm Thông" userId="cb1de41f-d0a9-4c8b-9095-fa88b5d4678f" providerId="ADAL" clId="{E2A0B859-04CE-4714-8C81-52AA70A7C49E}" dt="2025-12-16T17:52:56.351" v="1" actId="478"/>
          <ac:spMkLst>
            <pc:docMk/>
            <pc:sldMk cId="1982739507" sldId="259"/>
            <ac:spMk id="2" creationId="{76A4C110-80C5-A607-A7C2-3D1F74B34C5F}"/>
          </ac:spMkLst>
        </pc:spChg>
        <pc:spChg chg="del">
          <ac:chgData name="Phạm Thông" userId="cb1de41f-d0a9-4c8b-9095-fa88b5d4678f" providerId="ADAL" clId="{E2A0B859-04CE-4714-8C81-52AA70A7C49E}" dt="2025-12-16T17:52:56.351" v="1" actId="478"/>
          <ac:spMkLst>
            <pc:docMk/>
            <pc:sldMk cId="1982739507" sldId="259"/>
            <ac:spMk id="3" creationId="{32A548C5-D65F-D741-6FAB-0E0D7AD9A59C}"/>
          </ac:spMkLst>
        </pc:spChg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5" creationId="{BB2666C0-A672-84C8-E163-BC31F78754CC}"/>
          </ac:spMkLst>
        </pc:spChg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6" creationId="{2CFB5071-3481-210D-66BB-9ECB03B17FFF}"/>
          </ac:spMkLst>
        </pc:spChg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7" creationId="{3FF7B088-2672-4DBA-4014-684B633AF162}"/>
          </ac:spMkLst>
        </pc:spChg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8" creationId="{8D06E57F-793A-7D3F-FD92-D01A9CC5D175}"/>
          </ac:spMkLst>
        </pc:spChg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9" creationId="{13CA4451-23AA-A1B3-276E-88C22E383155}"/>
          </ac:spMkLst>
        </pc:spChg>
        <pc:spChg chg="add del">
          <ac:chgData name="Phạm Thông" userId="cb1de41f-d0a9-4c8b-9095-fa88b5d4678f" providerId="ADAL" clId="{E2A0B859-04CE-4714-8C81-52AA70A7C49E}" dt="2025-12-16T18:04:27.974" v="267" actId="22"/>
          <ac:spMkLst>
            <pc:docMk/>
            <pc:sldMk cId="1982739507" sldId="259"/>
            <ac:spMk id="15" creationId="{11B961F8-F39A-1F54-71DE-CF1FE28A4615}"/>
          </ac:spMkLst>
        </pc:spChg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16" creationId="{A9FC8192-3985-30F0-2892-750CDDE8E02B}"/>
          </ac:spMkLst>
        </pc:spChg>
        <pc:graphicFrameChg chg="add mod modGraphic">
          <ac:chgData name="Phạm Thông" userId="cb1de41f-d0a9-4c8b-9095-fa88b5d4678f" providerId="ADAL" clId="{E2A0B859-04CE-4714-8C81-52AA70A7C49E}" dt="2025-12-17T08:09:02.471" v="350" actId="1076"/>
          <ac:graphicFrameMkLst>
            <pc:docMk/>
            <pc:sldMk cId="1982739507" sldId="259"/>
            <ac:graphicFrameMk id="4" creationId="{796A3EDF-2948-6450-8FB7-1A31F3A1D096}"/>
          </ac:graphicFrameMkLst>
        </pc:graphicFrameChg>
        <pc:cxnChg chg="add mod">
          <ac:chgData name="Phạm Thông" userId="cb1de41f-d0a9-4c8b-9095-fa88b5d4678f" providerId="ADAL" clId="{E2A0B859-04CE-4714-8C81-52AA70A7C49E}" dt="2025-12-17T08:09:02.471" v="350" actId="1076"/>
          <ac:cxnSpMkLst>
            <pc:docMk/>
            <pc:sldMk cId="1982739507" sldId="259"/>
            <ac:cxnSpMk id="11" creationId="{5A86706F-5368-EB6E-4012-4509FE4CADDE}"/>
          </ac:cxnSpMkLst>
        </pc:cxnChg>
        <pc:cxnChg chg="add mod">
          <ac:chgData name="Phạm Thông" userId="cb1de41f-d0a9-4c8b-9095-fa88b5d4678f" providerId="ADAL" clId="{E2A0B859-04CE-4714-8C81-52AA70A7C49E}" dt="2025-12-17T08:09:02.471" v="350" actId="1076"/>
          <ac:cxnSpMkLst>
            <pc:docMk/>
            <pc:sldMk cId="1982739507" sldId="259"/>
            <ac:cxnSpMk id="12" creationId="{E79F5465-4852-9EAE-DF5F-FDE60C52C463}"/>
          </ac:cxnSpMkLst>
        </pc:cxnChg>
        <pc:cxnChg chg="add del">
          <ac:chgData name="Phạm Thông" userId="cb1de41f-d0a9-4c8b-9095-fa88b5d4678f" providerId="ADAL" clId="{E2A0B859-04CE-4714-8C81-52AA70A7C49E}" dt="2025-12-16T18:05:02.129" v="278" actId="11529"/>
          <ac:cxnSpMkLst>
            <pc:docMk/>
            <pc:sldMk cId="1982739507" sldId="259"/>
            <ac:cxnSpMk id="18" creationId="{8F8E8038-003F-1752-9393-2264BAD0426A}"/>
          </ac:cxnSpMkLst>
        </pc:cxnChg>
        <pc:cxnChg chg="add mod">
          <ac:chgData name="Phạm Thông" userId="cb1de41f-d0a9-4c8b-9095-fa88b5d4678f" providerId="ADAL" clId="{E2A0B859-04CE-4714-8C81-52AA70A7C49E}" dt="2025-12-17T08:09:02.471" v="350" actId="1076"/>
          <ac:cxnSpMkLst>
            <pc:docMk/>
            <pc:sldMk cId="1982739507" sldId="259"/>
            <ac:cxnSpMk id="20" creationId="{D1F3BBAD-DC0D-0092-ADAA-0645CD01CACF}"/>
          </ac:cxnSpMkLst>
        </pc:cxnChg>
      </pc:sldChg>
      <pc:sldChg chg="addSp modSp new mod">
        <pc:chgData name="Phạm Thông" userId="cb1de41f-d0a9-4c8b-9095-fa88b5d4678f" providerId="ADAL" clId="{E2A0B859-04CE-4714-8C81-52AA70A7C49E}" dt="2025-12-17T09:38:47.895" v="437" actId="1037"/>
        <pc:sldMkLst>
          <pc:docMk/>
          <pc:sldMk cId="3124328060" sldId="260"/>
        </pc:sldMkLst>
        <pc:spChg chg="add mod">
          <ac:chgData name="Phạm Thông" userId="cb1de41f-d0a9-4c8b-9095-fa88b5d4678f" providerId="ADAL" clId="{E2A0B859-04CE-4714-8C81-52AA70A7C49E}" dt="2025-12-17T09:33:58.053" v="414" actId="1076"/>
          <ac:spMkLst>
            <pc:docMk/>
            <pc:sldMk cId="3124328060" sldId="260"/>
            <ac:spMk id="5" creationId="{102A74F7-19F6-42D2-B829-D097D6436099}"/>
          </ac:spMkLst>
        </pc:spChg>
        <pc:spChg chg="add mod">
          <ac:chgData name="Phạm Thông" userId="cb1de41f-d0a9-4c8b-9095-fa88b5d4678f" providerId="ADAL" clId="{E2A0B859-04CE-4714-8C81-52AA70A7C49E}" dt="2025-12-17T09:33:55.788" v="413" actId="1076"/>
          <ac:spMkLst>
            <pc:docMk/>
            <pc:sldMk cId="3124328060" sldId="260"/>
            <ac:spMk id="6" creationId="{87033B32-854D-DB90-0FEC-75CE19139E8A}"/>
          </ac:spMkLst>
        </pc:spChg>
        <pc:spChg chg="add mod">
          <ac:chgData name="Phạm Thông" userId="cb1de41f-d0a9-4c8b-9095-fa88b5d4678f" providerId="ADAL" clId="{E2A0B859-04CE-4714-8C81-52AA70A7C49E}" dt="2025-12-17T09:38:29.641" v="428" actId="14100"/>
          <ac:spMkLst>
            <pc:docMk/>
            <pc:sldMk cId="3124328060" sldId="260"/>
            <ac:spMk id="11" creationId="{27202676-4A4C-BCC5-F094-0CFE21B4B157}"/>
          </ac:spMkLst>
        </pc:spChg>
        <pc:spChg chg="add mod">
          <ac:chgData name="Phạm Thông" userId="cb1de41f-d0a9-4c8b-9095-fa88b5d4678f" providerId="ADAL" clId="{E2A0B859-04CE-4714-8C81-52AA70A7C49E}" dt="2025-12-17T09:38:37.519" v="430" actId="1076"/>
          <ac:spMkLst>
            <pc:docMk/>
            <pc:sldMk cId="3124328060" sldId="260"/>
            <ac:spMk id="12" creationId="{D432C202-057C-80DD-A1E8-4479BAE67DED}"/>
          </ac:spMkLst>
        </pc:spChg>
        <pc:spChg chg="add mod">
          <ac:chgData name="Phạm Thông" userId="cb1de41f-d0a9-4c8b-9095-fa88b5d4678f" providerId="ADAL" clId="{E2A0B859-04CE-4714-8C81-52AA70A7C49E}" dt="2025-12-17T09:38:47.895" v="437" actId="1037"/>
          <ac:spMkLst>
            <pc:docMk/>
            <pc:sldMk cId="3124328060" sldId="260"/>
            <ac:spMk id="13" creationId="{20104AD8-2D74-F3F7-22CB-760DE816A47E}"/>
          </ac:spMkLst>
        </pc:spChg>
        <pc:graphicFrameChg chg="add mod modGraphic">
          <ac:chgData name="Phạm Thông" userId="cb1de41f-d0a9-4c8b-9095-fa88b5d4678f" providerId="ADAL" clId="{E2A0B859-04CE-4714-8C81-52AA70A7C49E}" dt="2025-12-17T09:32:37.657" v="380" actId="1076"/>
          <ac:graphicFrameMkLst>
            <pc:docMk/>
            <pc:sldMk cId="3124328060" sldId="260"/>
            <ac:graphicFrameMk id="2" creationId="{083D4EB6-0D7E-3B89-F33D-30EA238837A0}"/>
          </ac:graphicFrameMkLst>
        </pc:graphicFrameChg>
        <pc:graphicFrameChg chg="add mod">
          <ac:chgData name="Phạm Thông" userId="cb1de41f-d0a9-4c8b-9095-fa88b5d4678f" providerId="ADAL" clId="{E2A0B859-04CE-4714-8C81-52AA70A7C49E}" dt="2025-12-17T09:32:06.871" v="370"/>
          <ac:graphicFrameMkLst>
            <pc:docMk/>
            <pc:sldMk cId="3124328060" sldId="260"/>
            <ac:graphicFrameMk id="3" creationId="{648FBAF4-5C32-17C3-7125-1062F3B78DBF}"/>
          </ac:graphicFrameMkLst>
        </pc:graphicFrameChg>
        <pc:graphicFrameChg chg="add mod modGraphic">
          <ac:chgData name="Phạm Thông" userId="cb1de41f-d0a9-4c8b-9095-fa88b5d4678f" providerId="ADAL" clId="{E2A0B859-04CE-4714-8C81-52AA70A7C49E}" dt="2025-12-17T09:32:57.286" v="387" actId="20577"/>
          <ac:graphicFrameMkLst>
            <pc:docMk/>
            <pc:sldMk cId="3124328060" sldId="260"/>
            <ac:graphicFrameMk id="4" creationId="{9F872D3E-AE22-8BCA-44E5-6B9D05199019}"/>
          </ac:graphicFrameMkLst>
        </pc:graphicFrameChg>
        <pc:cxnChg chg="add mod">
          <ac:chgData name="Phạm Thông" userId="cb1de41f-d0a9-4c8b-9095-fa88b5d4678f" providerId="ADAL" clId="{E2A0B859-04CE-4714-8C81-52AA70A7C49E}" dt="2025-12-17T09:34:21.379" v="418" actId="208"/>
          <ac:cxnSpMkLst>
            <pc:docMk/>
            <pc:sldMk cId="3124328060" sldId="260"/>
            <ac:cxnSpMk id="8" creationId="{D12D209C-01FA-D21F-9F8B-6FE345B04CFC}"/>
          </ac:cxnSpMkLst>
        </pc:cxnChg>
        <pc:cxnChg chg="add mod">
          <ac:chgData name="Phạm Thông" userId="cb1de41f-d0a9-4c8b-9095-fa88b5d4678f" providerId="ADAL" clId="{E2A0B859-04CE-4714-8C81-52AA70A7C49E}" dt="2025-12-17T09:34:30.815" v="420" actId="1076"/>
          <ac:cxnSpMkLst>
            <pc:docMk/>
            <pc:sldMk cId="3124328060" sldId="260"/>
            <ac:cxnSpMk id="9" creationId="{6B28568B-B40D-1765-AE63-888AEDC45CB7}"/>
          </ac:cxnSpMkLst>
        </pc:cxnChg>
        <pc:cxnChg chg="add mod">
          <ac:chgData name="Phạm Thông" userId="cb1de41f-d0a9-4c8b-9095-fa88b5d4678f" providerId="ADAL" clId="{E2A0B859-04CE-4714-8C81-52AA70A7C49E}" dt="2025-12-17T09:34:34.517" v="422" actId="1076"/>
          <ac:cxnSpMkLst>
            <pc:docMk/>
            <pc:sldMk cId="3124328060" sldId="260"/>
            <ac:cxnSpMk id="10" creationId="{699349DD-74A4-EDF6-B90B-52CA518BD68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119F-F299-570B-1370-009A986A54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79789-0D83-9CD4-1C3C-32CBDFC10D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92F4E-01E0-21D4-FF81-C9897B789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3E7CA-234B-844B-48A6-B12162D0D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3341B3-CE52-6098-D839-6E8FAE73C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829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A8D72-5925-2E1D-B623-178EAECCE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379AD-A61A-D2AE-F0AB-A6FF897C6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8EB34-6BC8-42CE-5BCA-E921BB16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3250A-E826-9324-2928-739E76B1B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B7D51-FF34-6029-A321-292F8723E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394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B0658-F254-8C67-C9BD-FDE17395E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33304-CADE-504E-B77F-6ADBEAF87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D8B8E-E854-1DC7-EBB6-E2049521E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21C88-A7C7-229E-C38B-1226CC321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2D04D9-93B3-0374-608A-D829B19B3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6349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E5AAF-0B40-3920-3970-34FEF6C9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AD115B-C68E-C46B-7E1F-82238E442A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7B60A5-ADC3-9706-D980-5F99B5E706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80D743-AA33-13F9-291B-957CAACB6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DD318-F67C-2BF1-4BC9-B8EFDC3FB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2D2A01-DE63-05FB-10CA-FDF8FF9A0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44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E99EC-C89A-DDD8-D171-12B1A731A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17D553-03AD-E310-611D-BF2EA9FFE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0860FD-74FB-9FF7-8C70-4432EC31C9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3BB56E-60E3-2384-4D27-AC4A19B83B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E58D71-DEC7-75E2-F59F-DF7B0AE5D8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58FEDF-7547-0EDD-035D-122E458E1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72C188-32C4-2DB8-AB8C-800594379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291AA-12CD-0BBA-EF16-9153D33F6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570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BD991-6623-88CF-5CD9-25AFDD404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4F80A3-35BA-4FA4-EF48-80DF364A8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95001D-542E-E098-5A80-0AC3D9ADB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D9B8B5-A1A0-E684-ADE5-61552A07A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47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8723E7-2042-3121-ECD1-1D816D041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95C1F1-C3B0-5024-8CDC-3A125DD17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C7420-2076-E306-BCCF-E5E01BFBE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137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B91D4-BE7F-907E-B934-9FA075622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CFE18-3E68-2A4B-2462-8C4BD7872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4AF97D-EF95-8CA7-9F31-BDF9C23EB6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BBFBDC-2B64-2104-2534-B8CFE67C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AA70E8-8C80-AA09-0FB0-D6AEF4D2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EF7E94-7BF1-E8BF-D501-9DCEAA839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420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C2E89-7863-8117-CCAC-893D14C29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B98793-97B9-2F0A-E10B-72A7B839AD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484F0C-8EC4-339A-FF8B-B9B0A407C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2AF904-17F2-B08A-366C-6F3F6F2D5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2A778A-EFFC-8C17-EAE9-D96E3E8C8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DE98AE-9E4B-FBF3-8347-F00CFE25A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83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01001-E994-8DF1-A798-401252A79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642CC8-A2CE-09B1-D9FC-3327D4DE37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30FDD0-A74D-3977-24D9-47601BFF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6D56AE-43BB-AEFC-7C32-6F07550A8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A5A8BC-6F43-EA36-B005-2D703BF1E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912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C73451-12CA-6541-5CA2-F5E6BE5F83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47A2E2-D6FC-4D51-4C81-245771104D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A3399F-A129-6761-7F8E-96A7C4652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C1B025-0FA4-316E-CAE3-D56DBECAB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9ED31-5AAD-29DE-ED9B-140D0BBE2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89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8290E8-3404-63EF-94F7-11DF893F8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EE7E82-AC60-4A20-BA0A-5C570A4DB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E77B55-934E-F2F7-B8BF-9102C93A01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B22DFD-DB99-45C6-9F20-54734D4D55A2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84F35-E62D-2B28-1258-AE20185FD7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B8BFA-F98D-925A-7C95-760BDF74CF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717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EB6315-6EFD-16D2-9AC1-B6BB16ECCF41}"/>
              </a:ext>
            </a:extLst>
          </p:cNvPr>
          <p:cNvSpPr/>
          <p:nvPr/>
        </p:nvSpPr>
        <p:spPr>
          <a:xfrm>
            <a:off x="984738" y="902677"/>
            <a:ext cx="10146324" cy="484749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927AB9-A05C-B5F1-B09F-66975DE5F8DC}"/>
              </a:ext>
            </a:extLst>
          </p:cNvPr>
          <p:cNvCxnSpPr>
            <a:cxnSpLocks/>
          </p:cNvCxnSpPr>
          <p:nvPr/>
        </p:nvCxnSpPr>
        <p:spPr>
          <a:xfrm>
            <a:off x="6096000" y="0"/>
            <a:ext cx="0" cy="68580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Multiplication Sign 11">
            <a:extLst>
              <a:ext uri="{FF2B5EF4-FFF2-40B4-BE49-F238E27FC236}">
                <a16:creationId xmlns:a16="http://schemas.microsoft.com/office/drawing/2014/main" id="{FC261EE4-B1EB-F6B2-6073-75B6913DD69B}"/>
              </a:ext>
            </a:extLst>
          </p:cNvPr>
          <p:cNvSpPr/>
          <p:nvPr/>
        </p:nvSpPr>
        <p:spPr>
          <a:xfrm>
            <a:off x="4653388" y="1624137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4A1072E4-437E-C2F8-1896-73E7C537BAD8}"/>
              </a:ext>
            </a:extLst>
          </p:cNvPr>
          <p:cNvSpPr/>
          <p:nvPr/>
        </p:nvSpPr>
        <p:spPr>
          <a:xfrm>
            <a:off x="2331483" y="2313528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B7A1807-8D99-EDD9-0451-DB82B79ABC05}"/>
              </a:ext>
            </a:extLst>
          </p:cNvPr>
          <p:cNvSpPr/>
          <p:nvPr/>
        </p:nvSpPr>
        <p:spPr>
          <a:xfrm>
            <a:off x="2331483" y="4166265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Multiplication Sign 14">
            <a:extLst>
              <a:ext uri="{FF2B5EF4-FFF2-40B4-BE49-F238E27FC236}">
                <a16:creationId xmlns:a16="http://schemas.microsoft.com/office/drawing/2014/main" id="{B5CEEE48-BAD1-9938-A393-02CEB4ACF783}"/>
              </a:ext>
            </a:extLst>
          </p:cNvPr>
          <p:cNvSpPr/>
          <p:nvPr/>
        </p:nvSpPr>
        <p:spPr>
          <a:xfrm>
            <a:off x="3844311" y="3031643"/>
            <a:ext cx="794714" cy="794714"/>
          </a:xfrm>
          <a:prstGeom prst="mathMultiply">
            <a:avLst>
              <a:gd name="adj1" fmla="val 6918"/>
            </a:avLst>
          </a:prstGeom>
          <a:solidFill>
            <a:schemeClr val="tx1">
              <a:lumMod val="85000"/>
              <a:lumOff val="15000"/>
              <a:alpha val="78039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5221090-67E6-3683-63DA-E602EDF7920C}"/>
              </a:ext>
            </a:extLst>
          </p:cNvPr>
          <p:cNvCxnSpPr>
            <a:cxnSpLocks/>
          </p:cNvCxnSpPr>
          <p:nvPr/>
        </p:nvCxnSpPr>
        <p:spPr>
          <a:xfrm>
            <a:off x="2985829" y="2771412"/>
            <a:ext cx="948349" cy="407601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D9AFDA1-6A77-E51C-1A49-A7093EBD5EBA}"/>
              </a:ext>
            </a:extLst>
          </p:cNvPr>
          <p:cNvCxnSpPr>
            <a:cxnSpLocks/>
          </p:cNvCxnSpPr>
          <p:nvPr/>
        </p:nvCxnSpPr>
        <p:spPr>
          <a:xfrm flipV="1">
            <a:off x="2935327" y="3712086"/>
            <a:ext cx="998851" cy="595722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3ADF312-E986-E1DD-021E-3707313065CE}"/>
              </a:ext>
            </a:extLst>
          </p:cNvPr>
          <p:cNvCxnSpPr>
            <a:cxnSpLocks/>
          </p:cNvCxnSpPr>
          <p:nvPr/>
        </p:nvCxnSpPr>
        <p:spPr>
          <a:xfrm flipH="1">
            <a:off x="4472942" y="2387791"/>
            <a:ext cx="527178" cy="767242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23A9517-3343-3EA4-1BE5-34FD1910F796}"/>
              </a:ext>
            </a:extLst>
          </p:cNvPr>
          <p:cNvCxnSpPr>
            <a:cxnSpLocks/>
          </p:cNvCxnSpPr>
          <p:nvPr/>
        </p:nvCxnSpPr>
        <p:spPr>
          <a:xfrm flipH="1">
            <a:off x="4565898" y="3429000"/>
            <a:ext cx="3330057" cy="0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7" name="Multiplication Sign 36">
            <a:extLst>
              <a:ext uri="{FF2B5EF4-FFF2-40B4-BE49-F238E27FC236}">
                <a16:creationId xmlns:a16="http://schemas.microsoft.com/office/drawing/2014/main" id="{C2FE9769-B0B0-BD72-D4D0-593B8E3374C2}"/>
              </a:ext>
            </a:extLst>
          </p:cNvPr>
          <p:cNvSpPr/>
          <p:nvPr/>
        </p:nvSpPr>
        <p:spPr>
          <a:xfrm>
            <a:off x="7769121" y="3031643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575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45453-027F-957B-82BE-5E1DFA9F6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461C83-2BB9-E9DD-8C21-E0162E39072E}"/>
              </a:ext>
            </a:extLst>
          </p:cNvPr>
          <p:cNvSpPr/>
          <p:nvPr/>
        </p:nvSpPr>
        <p:spPr>
          <a:xfrm>
            <a:off x="984738" y="902677"/>
            <a:ext cx="10146324" cy="484749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0271FFF-03D4-968F-1B64-BBAE1559E7CD}"/>
              </a:ext>
            </a:extLst>
          </p:cNvPr>
          <p:cNvCxnSpPr>
            <a:cxnSpLocks/>
          </p:cNvCxnSpPr>
          <p:nvPr/>
        </p:nvCxnSpPr>
        <p:spPr>
          <a:xfrm>
            <a:off x="6096000" y="0"/>
            <a:ext cx="0" cy="6858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5B526914-56A0-54EB-AD18-9EBD12EB3D97}"/>
              </a:ext>
            </a:extLst>
          </p:cNvPr>
          <p:cNvSpPr/>
          <p:nvPr/>
        </p:nvSpPr>
        <p:spPr>
          <a:xfrm>
            <a:off x="1411296" y="1208146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Multiplication Sign 14">
            <a:extLst>
              <a:ext uri="{FF2B5EF4-FFF2-40B4-BE49-F238E27FC236}">
                <a16:creationId xmlns:a16="http://schemas.microsoft.com/office/drawing/2014/main" id="{F4B80D7E-C60A-A205-7AD3-89351DF79FE1}"/>
              </a:ext>
            </a:extLst>
          </p:cNvPr>
          <p:cNvSpPr/>
          <p:nvPr/>
        </p:nvSpPr>
        <p:spPr>
          <a:xfrm>
            <a:off x="3844311" y="3031643"/>
            <a:ext cx="794714" cy="794714"/>
          </a:xfrm>
          <a:prstGeom prst="mathMultiply">
            <a:avLst>
              <a:gd name="adj1" fmla="val 6918"/>
            </a:avLst>
          </a:prstGeom>
          <a:solidFill>
            <a:schemeClr val="tx1">
              <a:lumMod val="85000"/>
              <a:lumOff val="15000"/>
              <a:alpha val="78039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166F87F-1375-B960-FDF5-BFB13F79186D}"/>
              </a:ext>
            </a:extLst>
          </p:cNvPr>
          <p:cNvCxnSpPr>
            <a:cxnSpLocks/>
          </p:cNvCxnSpPr>
          <p:nvPr/>
        </p:nvCxnSpPr>
        <p:spPr>
          <a:xfrm>
            <a:off x="2090620" y="1858341"/>
            <a:ext cx="1843558" cy="1320672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1AE7629-BF6B-BF95-AEA7-06D04269FC26}"/>
              </a:ext>
            </a:extLst>
          </p:cNvPr>
          <p:cNvCxnSpPr>
            <a:cxnSpLocks/>
          </p:cNvCxnSpPr>
          <p:nvPr/>
        </p:nvCxnSpPr>
        <p:spPr>
          <a:xfrm flipH="1">
            <a:off x="4565898" y="3429000"/>
            <a:ext cx="1915925" cy="0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7" name="Multiplication Sign 36">
            <a:extLst>
              <a:ext uri="{FF2B5EF4-FFF2-40B4-BE49-F238E27FC236}">
                <a16:creationId xmlns:a16="http://schemas.microsoft.com/office/drawing/2014/main" id="{3C08EC25-74B9-0F52-3843-755318C83857}"/>
              </a:ext>
            </a:extLst>
          </p:cNvPr>
          <p:cNvSpPr/>
          <p:nvPr/>
        </p:nvSpPr>
        <p:spPr>
          <a:xfrm>
            <a:off x="6327282" y="3031643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360E28-92B0-E86F-E965-C122E6E3BEBF}"/>
              </a:ext>
            </a:extLst>
          </p:cNvPr>
          <p:cNvSpPr txBox="1"/>
          <p:nvPr/>
        </p:nvSpPr>
        <p:spPr>
          <a:xfrm>
            <a:off x="2985829" y="4999659"/>
            <a:ext cx="5004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31446-43AF-DA00-9215-87BCCB96926D}"/>
              </a:ext>
            </a:extLst>
          </p:cNvPr>
          <p:cNvSpPr txBox="1"/>
          <p:nvPr/>
        </p:nvSpPr>
        <p:spPr>
          <a:xfrm>
            <a:off x="8455486" y="4999659"/>
            <a:ext cx="5581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127622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96A3EDF-2948-6450-8FB7-1A31F3A1D0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787661"/>
              </p:ext>
            </p:extLst>
          </p:nvPr>
        </p:nvGraphicFramePr>
        <p:xfrm>
          <a:off x="997913" y="1574800"/>
          <a:ext cx="4622500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62250">
                  <a:extLst>
                    <a:ext uri="{9D8B030D-6E8A-4147-A177-3AD203B41FA5}">
                      <a16:colId xmlns:a16="http://schemas.microsoft.com/office/drawing/2014/main" val="422131534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629250132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502619958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1380321012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659905740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2924599126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3075818111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3125537976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3213295594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2135092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E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E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P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H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N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458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25801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5288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E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31044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65709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E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0899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V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23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0508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N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7924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53107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B2666C0-A672-84C8-E163-BC31F78754CC}"/>
              </a:ext>
            </a:extLst>
          </p:cNvPr>
          <p:cNvSpPr txBox="1"/>
          <p:nvPr/>
        </p:nvSpPr>
        <p:spPr>
          <a:xfrm>
            <a:off x="6292560" y="2416160"/>
            <a:ext cx="40398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/>
              <a:t>E  L  E  P  H  A  N  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FB5071-3481-210D-66BB-9ECB03B17FFF}"/>
              </a:ext>
            </a:extLst>
          </p:cNvPr>
          <p:cNvSpPr txBox="1"/>
          <p:nvPr/>
        </p:nvSpPr>
        <p:spPr>
          <a:xfrm>
            <a:off x="6349828" y="3647452"/>
            <a:ext cx="40751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solidFill>
                  <a:schemeClr val="bg2">
                    <a:lumMod val="90000"/>
                  </a:schemeClr>
                </a:solidFill>
              </a:rPr>
              <a:t>R  </a:t>
            </a:r>
            <a:r>
              <a:rPr lang="en-US" sz="4000"/>
              <a:t>E  L  E	 V  A  N  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F7B088-2672-4DBA-4014-684B633AF162}"/>
              </a:ext>
            </a:extLst>
          </p:cNvPr>
          <p:cNvSpPr txBox="1"/>
          <p:nvPr/>
        </p:nvSpPr>
        <p:spPr>
          <a:xfrm>
            <a:off x="6201088" y="4265653"/>
            <a:ext cx="813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t>delete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06E57F-793A-7D3F-FD92-D01A9CC5D175}"/>
              </a:ext>
            </a:extLst>
          </p:cNvPr>
          <p:cNvSpPr txBox="1"/>
          <p:nvPr/>
        </p:nvSpPr>
        <p:spPr>
          <a:xfrm>
            <a:off x="8331935" y="4283870"/>
            <a:ext cx="752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t>insert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CA4451-23AA-A1B3-276E-88C22E383155}"/>
              </a:ext>
            </a:extLst>
          </p:cNvPr>
          <p:cNvSpPr txBox="1"/>
          <p:nvPr/>
        </p:nvSpPr>
        <p:spPr>
          <a:xfrm>
            <a:off x="8504283" y="3201083"/>
            <a:ext cx="936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t>replace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86706F-5368-EB6E-4012-4509FE4CADDE}"/>
              </a:ext>
            </a:extLst>
          </p:cNvPr>
          <p:cNvCxnSpPr>
            <a:cxnSpLocks/>
          </p:cNvCxnSpPr>
          <p:nvPr/>
        </p:nvCxnSpPr>
        <p:spPr>
          <a:xfrm>
            <a:off x="8504283" y="3021697"/>
            <a:ext cx="0" cy="738019"/>
          </a:xfrm>
          <a:prstGeom prst="line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79F5465-4852-9EAE-DF5F-FDE60C52C463}"/>
              </a:ext>
            </a:extLst>
          </p:cNvPr>
          <p:cNvCxnSpPr>
            <a:cxnSpLocks/>
          </p:cNvCxnSpPr>
          <p:nvPr/>
        </p:nvCxnSpPr>
        <p:spPr>
          <a:xfrm flipH="1">
            <a:off x="6292560" y="3759716"/>
            <a:ext cx="553714" cy="505937"/>
          </a:xfrm>
          <a:prstGeom prst="line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9FC8192-3985-30F0-2892-750CDDE8E02B}"/>
              </a:ext>
            </a:extLst>
          </p:cNvPr>
          <p:cNvSpPr txBox="1"/>
          <p:nvPr/>
        </p:nvSpPr>
        <p:spPr>
          <a:xfrm>
            <a:off x="8078492" y="4760772"/>
            <a:ext cx="4427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spc="-300">
                <a:solidFill>
                  <a:schemeClr val="tx2">
                    <a:lumMod val="50000"/>
                    <a:lumOff val="50000"/>
                  </a:schemeClr>
                </a:solidFill>
              </a:rPr>
              <a:t>P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1F3BBAD-DC0D-0092-ADAA-0645CD01CACF}"/>
              </a:ext>
            </a:extLst>
          </p:cNvPr>
          <p:cNvCxnSpPr>
            <a:cxnSpLocks/>
          </p:cNvCxnSpPr>
          <p:nvPr/>
        </p:nvCxnSpPr>
        <p:spPr>
          <a:xfrm flipV="1">
            <a:off x="8299867" y="4052886"/>
            <a:ext cx="0" cy="725314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2739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83D4EB6-0D7E-3B89-F33D-30EA23883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468607"/>
              </p:ext>
            </p:extLst>
          </p:nvPr>
        </p:nvGraphicFramePr>
        <p:xfrm>
          <a:off x="3798564" y="1303733"/>
          <a:ext cx="445976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5976">
                  <a:extLst>
                    <a:ext uri="{9D8B030D-6E8A-4147-A177-3AD203B41FA5}">
                      <a16:colId xmlns:a16="http://schemas.microsoft.com/office/drawing/2014/main" val="1485278154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881787232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300037142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998613425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374108893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407155699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80334061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523278044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66270372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17744775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901789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872D3E-AE22-8BCA-44E5-6B9D051990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9297590"/>
              </p:ext>
            </p:extLst>
          </p:nvPr>
        </p:nvGraphicFramePr>
        <p:xfrm>
          <a:off x="3798564" y="1915727"/>
          <a:ext cx="445976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5976">
                  <a:extLst>
                    <a:ext uri="{9D8B030D-6E8A-4147-A177-3AD203B41FA5}">
                      <a16:colId xmlns:a16="http://schemas.microsoft.com/office/drawing/2014/main" val="1485278154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881787232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300037142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998613425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374108893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407155699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80334061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523278044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66270372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17744775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9017895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02A74F7-19F6-42D2-B829-D097D6436099}"/>
                  </a:ext>
                </a:extLst>
              </p:cNvPr>
              <p:cNvSpPr txBox="1"/>
              <p:nvPr/>
            </p:nvSpPr>
            <p:spPr>
              <a:xfrm>
                <a:off x="3322743" y="1243686"/>
                <a:ext cx="425818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20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02A74F7-19F6-42D2-B829-D097D64360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2743" y="1243686"/>
                <a:ext cx="425818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7033B32-854D-DB90-0FEC-75CE19139E8A}"/>
                  </a:ext>
                </a:extLst>
              </p:cNvPr>
              <p:cNvSpPr txBox="1"/>
              <p:nvPr/>
            </p:nvSpPr>
            <p:spPr>
              <a:xfrm>
                <a:off x="3322743" y="1844959"/>
                <a:ext cx="425818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7033B32-854D-DB90-0FEC-75CE19139E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2743" y="1844959"/>
                <a:ext cx="425818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12D209C-01FA-D21F-9F8B-6FE345B04CFC}"/>
              </a:ext>
            </a:extLst>
          </p:cNvPr>
          <p:cNvCxnSpPr/>
          <p:nvPr/>
        </p:nvCxnSpPr>
        <p:spPr>
          <a:xfrm>
            <a:off x="4922134" y="1674573"/>
            <a:ext cx="0" cy="241154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28568B-B40D-1765-AE63-888AEDC45CB7}"/>
              </a:ext>
            </a:extLst>
          </p:cNvPr>
          <p:cNvCxnSpPr/>
          <p:nvPr/>
        </p:nvCxnSpPr>
        <p:spPr>
          <a:xfrm>
            <a:off x="6694990" y="1674573"/>
            <a:ext cx="0" cy="241154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99349DD-74A4-EDF6-B90B-52CA518BD680}"/>
              </a:ext>
            </a:extLst>
          </p:cNvPr>
          <p:cNvCxnSpPr/>
          <p:nvPr/>
        </p:nvCxnSpPr>
        <p:spPr>
          <a:xfrm>
            <a:off x="7593958" y="1674573"/>
            <a:ext cx="0" cy="241154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27202676-4A4C-BCC5-F094-0CFE21B4B157}"/>
              </a:ext>
            </a:extLst>
          </p:cNvPr>
          <p:cNvSpPr/>
          <p:nvPr/>
        </p:nvSpPr>
        <p:spPr>
          <a:xfrm>
            <a:off x="4692092" y="1183511"/>
            <a:ext cx="442724" cy="1224023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32C202-057C-80DD-A1E8-4479BAE67DED}"/>
              </a:ext>
            </a:extLst>
          </p:cNvPr>
          <p:cNvSpPr/>
          <p:nvPr/>
        </p:nvSpPr>
        <p:spPr>
          <a:xfrm>
            <a:off x="6473628" y="1183138"/>
            <a:ext cx="442724" cy="1224023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104AD8-2D74-F3F7-22CB-760DE816A47E}"/>
              </a:ext>
            </a:extLst>
          </p:cNvPr>
          <p:cNvSpPr/>
          <p:nvPr/>
        </p:nvSpPr>
        <p:spPr>
          <a:xfrm>
            <a:off x="7365361" y="1183138"/>
            <a:ext cx="442724" cy="1224023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280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143</Words>
  <Application>Microsoft Office PowerPoint</Application>
  <PresentationFormat>Widescreen</PresentationFormat>
  <Paragraphs>127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Phạm Thông</dc:creator>
  <cp:lastModifiedBy>Phạm Thông</cp:lastModifiedBy>
  <cp:revision>1</cp:revision>
  <dcterms:created xsi:type="dcterms:W3CDTF">2025-12-01T05:35:15Z</dcterms:created>
  <dcterms:modified xsi:type="dcterms:W3CDTF">2025-12-17T09:38:55Z</dcterms:modified>
</cp:coreProperties>
</file>