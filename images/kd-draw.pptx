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403B015-2769-46C7-9465-E136DCA63CCF}" v="226" dt="2025-12-22T04:16:29.13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1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164" y="51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hạm Thông" userId="cb1de41f-d0a9-4c8b-9095-fa88b5d4678f" providerId="ADAL" clId="{E2A0B859-04CE-4714-8C81-52AA70A7C49E}"/>
    <pc:docChg chg="undo custSel addSld modSld">
      <pc:chgData name="Phạm Thông" userId="cb1de41f-d0a9-4c8b-9095-fa88b5d4678f" providerId="ADAL" clId="{E2A0B859-04CE-4714-8C81-52AA70A7C49E}" dt="2025-12-22T04:16:51.599" v="915" actId="1036"/>
      <pc:docMkLst>
        <pc:docMk/>
      </pc:docMkLst>
      <pc:sldChg chg="addSp delSp modSp new mod">
        <pc:chgData name="Phạm Thông" userId="cb1de41f-d0a9-4c8b-9095-fa88b5d4678f" providerId="ADAL" clId="{E2A0B859-04CE-4714-8C81-52AA70A7C49E}" dt="2025-12-17T08:09:02.471" v="350" actId="1076"/>
        <pc:sldMkLst>
          <pc:docMk/>
          <pc:sldMk cId="1982739507" sldId="259"/>
        </pc:sldMkLst>
        <pc:spChg chg="add mod">
          <ac:chgData name="Phạm Thông" userId="cb1de41f-d0a9-4c8b-9095-fa88b5d4678f" providerId="ADAL" clId="{E2A0B859-04CE-4714-8C81-52AA70A7C49E}" dt="2025-12-17T08:09:02.471" v="350" actId="1076"/>
          <ac:spMkLst>
            <pc:docMk/>
            <pc:sldMk cId="1982739507" sldId="259"/>
            <ac:spMk id="5" creationId="{BB2666C0-A672-84C8-E163-BC31F78754CC}"/>
          </ac:spMkLst>
        </pc:spChg>
        <pc:spChg chg="add mod">
          <ac:chgData name="Phạm Thông" userId="cb1de41f-d0a9-4c8b-9095-fa88b5d4678f" providerId="ADAL" clId="{E2A0B859-04CE-4714-8C81-52AA70A7C49E}" dt="2025-12-17T08:09:02.471" v="350" actId="1076"/>
          <ac:spMkLst>
            <pc:docMk/>
            <pc:sldMk cId="1982739507" sldId="259"/>
            <ac:spMk id="6" creationId="{2CFB5071-3481-210D-66BB-9ECB03B17FFF}"/>
          </ac:spMkLst>
        </pc:spChg>
        <pc:spChg chg="add mod">
          <ac:chgData name="Phạm Thông" userId="cb1de41f-d0a9-4c8b-9095-fa88b5d4678f" providerId="ADAL" clId="{E2A0B859-04CE-4714-8C81-52AA70A7C49E}" dt="2025-12-17T08:09:02.471" v="350" actId="1076"/>
          <ac:spMkLst>
            <pc:docMk/>
            <pc:sldMk cId="1982739507" sldId="259"/>
            <ac:spMk id="7" creationId="{3FF7B088-2672-4DBA-4014-684B633AF162}"/>
          </ac:spMkLst>
        </pc:spChg>
        <pc:spChg chg="add mod">
          <ac:chgData name="Phạm Thông" userId="cb1de41f-d0a9-4c8b-9095-fa88b5d4678f" providerId="ADAL" clId="{E2A0B859-04CE-4714-8C81-52AA70A7C49E}" dt="2025-12-17T08:09:02.471" v="350" actId="1076"/>
          <ac:spMkLst>
            <pc:docMk/>
            <pc:sldMk cId="1982739507" sldId="259"/>
            <ac:spMk id="8" creationId="{8D06E57F-793A-7D3F-FD92-D01A9CC5D175}"/>
          </ac:spMkLst>
        </pc:spChg>
        <pc:spChg chg="add mod">
          <ac:chgData name="Phạm Thông" userId="cb1de41f-d0a9-4c8b-9095-fa88b5d4678f" providerId="ADAL" clId="{E2A0B859-04CE-4714-8C81-52AA70A7C49E}" dt="2025-12-17T08:09:02.471" v="350" actId="1076"/>
          <ac:spMkLst>
            <pc:docMk/>
            <pc:sldMk cId="1982739507" sldId="259"/>
            <ac:spMk id="9" creationId="{13CA4451-23AA-A1B3-276E-88C22E383155}"/>
          </ac:spMkLst>
        </pc:spChg>
        <pc:spChg chg="add mod">
          <ac:chgData name="Phạm Thông" userId="cb1de41f-d0a9-4c8b-9095-fa88b5d4678f" providerId="ADAL" clId="{E2A0B859-04CE-4714-8C81-52AA70A7C49E}" dt="2025-12-17T08:09:02.471" v="350" actId="1076"/>
          <ac:spMkLst>
            <pc:docMk/>
            <pc:sldMk cId="1982739507" sldId="259"/>
            <ac:spMk id="16" creationId="{A9FC8192-3985-30F0-2892-750CDDE8E02B}"/>
          </ac:spMkLst>
        </pc:spChg>
        <pc:graphicFrameChg chg="add mod modGraphic">
          <ac:chgData name="Phạm Thông" userId="cb1de41f-d0a9-4c8b-9095-fa88b5d4678f" providerId="ADAL" clId="{E2A0B859-04CE-4714-8C81-52AA70A7C49E}" dt="2025-12-17T08:09:02.471" v="350" actId="1076"/>
          <ac:graphicFrameMkLst>
            <pc:docMk/>
            <pc:sldMk cId="1982739507" sldId="259"/>
            <ac:graphicFrameMk id="4" creationId="{796A3EDF-2948-6450-8FB7-1A31F3A1D096}"/>
          </ac:graphicFrameMkLst>
        </pc:graphicFrameChg>
        <pc:cxnChg chg="add mod">
          <ac:chgData name="Phạm Thông" userId="cb1de41f-d0a9-4c8b-9095-fa88b5d4678f" providerId="ADAL" clId="{E2A0B859-04CE-4714-8C81-52AA70A7C49E}" dt="2025-12-17T08:09:02.471" v="350" actId="1076"/>
          <ac:cxnSpMkLst>
            <pc:docMk/>
            <pc:sldMk cId="1982739507" sldId="259"/>
            <ac:cxnSpMk id="11" creationId="{5A86706F-5368-EB6E-4012-4509FE4CADDE}"/>
          </ac:cxnSpMkLst>
        </pc:cxnChg>
        <pc:cxnChg chg="add mod">
          <ac:chgData name="Phạm Thông" userId="cb1de41f-d0a9-4c8b-9095-fa88b5d4678f" providerId="ADAL" clId="{E2A0B859-04CE-4714-8C81-52AA70A7C49E}" dt="2025-12-17T08:09:02.471" v="350" actId="1076"/>
          <ac:cxnSpMkLst>
            <pc:docMk/>
            <pc:sldMk cId="1982739507" sldId="259"/>
            <ac:cxnSpMk id="12" creationId="{E79F5465-4852-9EAE-DF5F-FDE60C52C463}"/>
          </ac:cxnSpMkLst>
        </pc:cxnChg>
        <pc:cxnChg chg="add mod">
          <ac:chgData name="Phạm Thông" userId="cb1de41f-d0a9-4c8b-9095-fa88b5d4678f" providerId="ADAL" clId="{E2A0B859-04CE-4714-8C81-52AA70A7C49E}" dt="2025-12-17T08:09:02.471" v="350" actId="1076"/>
          <ac:cxnSpMkLst>
            <pc:docMk/>
            <pc:sldMk cId="1982739507" sldId="259"/>
            <ac:cxnSpMk id="20" creationId="{D1F3BBAD-DC0D-0092-ADAA-0645CD01CACF}"/>
          </ac:cxnSpMkLst>
        </pc:cxnChg>
      </pc:sldChg>
      <pc:sldChg chg="addSp modSp new mod">
        <pc:chgData name="Phạm Thông" userId="cb1de41f-d0a9-4c8b-9095-fa88b5d4678f" providerId="ADAL" clId="{E2A0B859-04CE-4714-8C81-52AA70A7C49E}" dt="2025-12-17T09:38:47.895" v="437" actId="1037"/>
        <pc:sldMkLst>
          <pc:docMk/>
          <pc:sldMk cId="3124328060" sldId="260"/>
        </pc:sldMkLst>
        <pc:spChg chg="add mod">
          <ac:chgData name="Phạm Thông" userId="cb1de41f-d0a9-4c8b-9095-fa88b5d4678f" providerId="ADAL" clId="{E2A0B859-04CE-4714-8C81-52AA70A7C49E}" dt="2025-12-17T09:33:58.053" v="414" actId="1076"/>
          <ac:spMkLst>
            <pc:docMk/>
            <pc:sldMk cId="3124328060" sldId="260"/>
            <ac:spMk id="5" creationId="{102A74F7-19F6-42D2-B829-D097D6436099}"/>
          </ac:spMkLst>
        </pc:spChg>
        <pc:spChg chg="add mod">
          <ac:chgData name="Phạm Thông" userId="cb1de41f-d0a9-4c8b-9095-fa88b5d4678f" providerId="ADAL" clId="{E2A0B859-04CE-4714-8C81-52AA70A7C49E}" dt="2025-12-17T09:33:55.788" v="413" actId="1076"/>
          <ac:spMkLst>
            <pc:docMk/>
            <pc:sldMk cId="3124328060" sldId="260"/>
            <ac:spMk id="6" creationId="{87033B32-854D-DB90-0FEC-75CE19139E8A}"/>
          </ac:spMkLst>
        </pc:spChg>
        <pc:spChg chg="add mod">
          <ac:chgData name="Phạm Thông" userId="cb1de41f-d0a9-4c8b-9095-fa88b5d4678f" providerId="ADAL" clId="{E2A0B859-04CE-4714-8C81-52AA70A7C49E}" dt="2025-12-17T09:38:29.641" v="428" actId="14100"/>
          <ac:spMkLst>
            <pc:docMk/>
            <pc:sldMk cId="3124328060" sldId="260"/>
            <ac:spMk id="11" creationId="{27202676-4A4C-BCC5-F094-0CFE21B4B157}"/>
          </ac:spMkLst>
        </pc:spChg>
        <pc:spChg chg="add mod">
          <ac:chgData name="Phạm Thông" userId="cb1de41f-d0a9-4c8b-9095-fa88b5d4678f" providerId="ADAL" clId="{E2A0B859-04CE-4714-8C81-52AA70A7C49E}" dt="2025-12-17T09:38:37.519" v="430" actId="1076"/>
          <ac:spMkLst>
            <pc:docMk/>
            <pc:sldMk cId="3124328060" sldId="260"/>
            <ac:spMk id="12" creationId="{D432C202-057C-80DD-A1E8-4479BAE67DED}"/>
          </ac:spMkLst>
        </pc:spChg>
        <pc:spChg chg="add mod">
          <ac:chgData name="Phạm Thông" userId="cb1de41f-d0a9-4c8b-9095-fa88b5d4678f" providerId="ADAL" clId="{E2A0B859-04CE-4714-8C81-52AA70A7C49E}" dt="2025-12-17T09:38:47.895" v="437" actId="1037"/>
          <ac:spMkLst>
            <pc:docMk/>
            <pc:sldMk cId="3124328060" sldId="260"/>
            <ac:spMk id="13" creationId="{20104AD8-2D74-F3F7-22CB-760DE816A47E}"/>
          </ac:spMkLst>
        </pc:spChg>
        <pc:graphicFrameChg chg="add mod modGraphic">
          <ac:chgData name="Phạm Thông" userId="cb1de41f-d0a9-4c8b-9095-fa88b5d4678f" providerId="ADAL" clId="{E2A0B859-04CE-4714-8C81-52AA70A7C49E}" dt="2025-12-17T09:32:37.657" v="380" actId="1076"/>
          <ac:graphicFrameMkLst>
            <pc:docMk/>
            <pc:sldMk cId="3124328060" sldId="260"/>
            <ac:graphicFrameMk id="2" creationId="{083D4EB6-0D7E-3B89-F33D-30EA238837A0}"/>
          </ac:graphicFrameMkLst>
        </pc:graphicFrameChg>
        <pc:graphicFrameChg chg="add mod modGraphic">
          <ac:chgData name="Phạm Thông" userId="cb1de41f-d0a9-4c8b-9095-fa88b5d4678f" providerId="ADAL" clId="{E2A0B859-04CE-4714-8C81-52AA70A7C49E}" dt="2025-12-17T09:32:57.286" v="387" actId="20577"/>
          <ac:graphicFrameMkLst>
            <pc:docMk/>
            <pc:sldMk cId="3124328060" sldId="260"/>
            <ac:graphicFrameMk id="4" creationId="{9F872D3E-AE22-8BCA-44E5-6B9D05199019}"/>
          </ac:graphicFrameMkLst>
        </pc:graphicFrameChg>
        <pc:cxnChg chg="add mod">
          <ac:chgData name="Phạm Thông" userId="cb1de41f-d0a9-4c8b-9095-fa88b5d4678f" providerId="ADAL" clId="{E2A0B859-04CE-4714-8C81-52AA70A7C49E}" dt="2025-12-17T09:34:21.379" v="418" actId="208"/>
          <ac:cxnSpMkLst>
            <pc:docMk/>
            <pc:sldMk cId="3124328060" sldId="260"/>
            <ac:cxnSpMk id="8" creationId="{D12D209C-01FA-D21F-9F8B-6FE345B04CFC}"/>
          </ac:cxnSpMkLst>
        </pc:cxnChg>
        <pc:cxnChg chg="add mod">
          <ac:chgData name="Phạm Thông" userId="cb1de41f-d0a9-4c8b-9095-fa88b5d4678f" providerId="ADAL" clId="{E2A0B859-04CE-4714-8C81-52AA70A7C49E}" dt="2025-12-17T09:34:30.815" v="420" actId="1076"/>
          <ac:cxnSpMkLst>
            <pc:docMk/>
            <pc:sldMk cId="3124328060" sldId="260"/>
            <ac:cxnSpMk id="9" creationId="{6B28568B-B40D-1765-AE63-888AEDC45CB7}"/>
          </ac:cxnSpMkLst>
        </pc:cxnChg>
        <pc:cxnChg chg="add mod">
          <ac:chgData name="Phạm Thông" userId="cb1de41f-d0a9-4c8b-9095-fa88b5d4678f" providerId="ADAL" clId="{E2A0B859-04CE-4714-8C81-52AA70A7C49E}" dt="2025-12-17T09:34:34.517" v="422" actId="1076"/>
          <ac:cxnSpMkLst>
            <pc:docMk/>
            <pc:sldMk cId="3124328060" sldId="260"/>
            <ac:cxnSpMk id="10" creationId="{699349DD-74A4-EDF6-B90B-52CA518BD680}"/>
          </ac:cxnSpMkLst>
        </pc:cxnChg>
      </pc:sldChg>
      <pc:sldChg chg="addSp modSp new mod">
        <pc:chgData name="Phạm Thông" userId="cb1de41f-d0a9-4c8b-9095-fa88b5d4678f" providerId="ADAL" clId="{E2A0B859-04CE-4714-8C81-52AA70A7C49E}" dt="2025-12-22T04:01:39.864" v="484" actId="1076"/>
        <pc:sldMkLst>
          <pc:docMk/>
          <pc:sldMk cId="2157018924" sldId="261"/>
        </pc:sldMkLst>
        <pc:spChg chg="add mod">
          <ac:chgData name="Phạm Thông" userId="cb1de41f-d0a9-4c8b-9095-fa88b5d4678f" providerId="ADAL" clId="{E2A0B859-04CE-4714-8C81-52AA70A7C49E}" dt="2025-12-22T04:01:31.805" v="483" actId="1076"/>
          <ac:spMkLst>
            <pc:docMk/>
            <pc:sldMk cId="2157018924" sldId="261"/>
            <ac:spMk id="4" creationId="{17CBBC60-B6DF-0658-5798-F732CD007897}"/>
          </ac:spMkLst>
        </pc:spChg>
        <pc:spChg chg="add mod">
          <ac:chgData name="Phạm Thông" userId="cb1de41f-d0a9-4c8b-9095-fa88b5d4678f" providerId="ADAL" clId="{E2A0B859-04CE-4714-8C81-52AA70A7C49E}" dt="2025-12-22T04:01:39.864" v="484" actId="1076"/>
          <ac:spMkLst>
            <pc:docMk/>
            <pc:sldMk cId="2157018924" sldId="261"/>
            <ac:spMk id="5" creationId="{7047CFA3-EE6F-5366-D92B-92BCB07E1B47}"/>
          </ac:spMkLst>
        </pc:spChg>
        <pc:picChg chg="add mod">
          <ac:chgData name="Phạm Thông" userId="cb1de41f-d0a9-4c8b-9095-fa88b5d4678f" providerId="ADAL" clId="{E2A0B859-04CE-4714-8C81-52AA70A7C49E}" dt="2025-12-22T04:01:25.363" v="482" actId="1076"/>
          <ac:picMkLst>
            <pc:docMk/>
            <pc:sldMk cId="2157018924" sldId="261"/>
            <ac:picMk id="3" creationId="{EE9099FA-FA64-5FA3-5CCD-EBF9B6AAD20F}"/>
          </ac:picMkLst>
        </pc:picChg>
      </pc:sldChg>
      <pc:sldChg chg="addSp modSp new mod">
        <pc:chgData name="Phạm Thông" userId="cb1de41f-d0a9-4c8b-9095-fa88b5d4678f" providerId="ADAL" clId="{E2A0B859-04CE-4714-8C81-52AA70A7C49E}" dt="2025-12-22T04:16:51.599" v="915" actId="1036"/>
        <pc:sldMkLst>
          <pc:docMk/>
          <pc:sldMk cId="1254439374" sldId="262"/>
        </pc:sldMkLst>
        <pc:spChg chg="add mod">
          <ac:chgData name="Phạm Thông" userId="cb1de41f-d0a9-4c8b-9095-fa88b5d4678f" providerId="ADAL" clId="{E2A0B859-04CE-4714-8C81-52AA70A7C49E}" dt="2025-12-22T04:15:45.363" v="799" actId="1035"/>
          <ac:spMkLst>
            <pc:docMk/>
            <pc:sldMk cId="1254439374" sldId="262"/>
            <ac:spMk id="4" creationId="{0D9BDEA9-FC50-DDF8-97A3-1090599B86D4}"/>
          </ac:spMkLst>
        </pc:spChg>
        <pc:spChg chg="add mod">
          <ac:chgData name="Phạm Thông" userId="cb1de41f-d0a9-4c8b-9095-fa88b5d4678f" providerId="ADAL" clId="{E2A0B859-04CE-4714-8C81-52AA70A7C49E}" dt="2025-12-22T04:16:13.614" v="843" actId="1037"/>
          <ac:spMkLst>
            <pc:docMk/>
            <pc:sldMk cId="1254439374" sldId="262"/>
            <ac:spMk id="5" creationId="{0584EADF-9E7B-F41E-29AA-9043BD324EE5}"/>
          </ac:spMkLst>
        </pc:spChg>
        <pc:spChg chg="add mod">
          <ac:chgData name="Phạm Thông" userId="cb1de41f-d0a9-4c8b-9095-fa88b5d4678f" providerId="ADAL" clId="{E2A0B859-04CE-4714-8C81-52AA70A7C49E}" dt="2025-12-22T04:16:07.413" v="835" actId="1036"/>
          <ac:spMkLst>
            <pc:docMk/>
            <pc:sldMk cId="1254439374" sldId="262"/>
            <ac:spMk id="6" creationId="{8E971AE7-6F5D-9507-1F2B-1A927D5E88D0}"/>
          </ac:spMkLst>
        </pc:spChg>
        <pc:spChg chg="add mod">
          <ac:chgData name="Phạm Thông" userId="cb1de41f-d0a9-4c8b-9095-fa88b5d4678f" providerId="ADAL" clId="{E2A0B859-04CE-4714-8C81-52AA70A7C49E}" dt="2025-12-22T04:16:02.289" v="830" actId="1036"/>
          <ac:spMkLst>
            <pc:docMk/>
            <pc:sldMk cId="1254439374" sldId="262"/>
            <ac:spMk id="7" creationId="{047FA349-78C2-4032-4412-2C68CFD92713}"/>
          </ac:spMkLst>
        </pc:spChg>
        <pc:spChg chg="add mod">
          <ac:chgData name="Phạm Thông" userId="cb1de41f-d0a9-4c8b-9095-fa88b5d4678f" providerId="ADAL" clId="{E2A0B859-04CE-4714-8C81-52AA70A7C49E}" dt="2025-12-22T04:15:56.639" v="826" actId="1036"/>
          <ac:spMkLst>
            <pc:docMk/>
            <pc:sldMk cId="1254439374" sldId="262"/>
            <ac:spMk id="8" creationId="{3E59DC15-6224-7DF5-6157-150831AAFABE}"/>
          </ac:spMkLst>
        </pc:spChg>
        <pc:spChg chg="add mod">
          <ac:chgData name="Phạm Thông" userId="cb1de41f-d0a9-4c8b-9095-fa88b5d4678f" providerId="ADAL" clId="{E2A0B859-04CE-4714-8C81-52AA70A7C49E}" dt="2025-12-22T04:15:33.775" v="785" actId="1076"/>
          <ac:spMkLst>
            <pc:docMk/>
            <pc:sldMk cId="1254439374" sldId="262"/>
            <ac:spMk id="9" creationId="{31459236-C13C-F462-7E8C-1EC248865111}"/>
          </ac:spMkLst>
        </pc:spChg>
        <pc:spChg chg="add mod">
          <ac:chgData name="Phạm Thông" userId="cb1de41f-d0a9-4c8b-9095-fa88b5d4678f" providerId="ADAL" clId="{E2A0B859-04CE-4714-8C81-52AA70A7C49E}" dt="2025-12-22T04:16:22.878" v="853" actId="1036"/>
          <ac:spMkLst>
            <pc:docMk/>
            <pc:sldMk cId="1254439374" sldId="262"/>
            <ac:spMk id="10" creationId="{DDB9E504-415D-F6CF-3EEC-C1881488066A}"/>
          </ac:spMkLst>
        </pc:spChg>
        <pc:spChg chg="add mod">
          <ac:chgData name="Phạm Thông" userId="cb1de41f-d0a9-4c8b-9095-fa88b5d4678f" providerId="ADAL" clId="{E2A0B859-04CE-4714-8C81-52AA70A7C49E}" dt="2025-12-22T04:16:33.850" v="860" actId="1035"/>
          <ac:spMkLst>
            <pc:docMk/>
            <pc:sldMk cId="1254439374" sldId="262"/>
            <ac:spMk id="11" creationId="{5AD849E9-AA77-21A0-BBDB-E31E39CDB1DB}"/>
          </ac:spMkLst>
        </pc:spChg>
        <pc:spChg chg="add mod">
          <ac:chgData name="Phạm Thông" userId="cb1de41f-d0a9-4c8b-9095-fa88b5d4678f" providerId="ADAL" clId="{E2A0B859-04CE-4714-8C81-52AA70A7C49E}" dt="2025-12-22T04:16:41.678" v="884" actId="1036"/>
          <ac:spMkLst>
            <pc:docMk/>
            <pc:sldMk cId="1254439374" sldId="262"/>
            <ac:spMk id="12" creationId="{F6FDC299-5ED1-0534-4EC4-AD44F7F18F82}"/>
          </ac:spMkLst>
        </pc:spChg>
        <pc:spChg chg="add mod">
          <ac:chgData name="Phạm Thông" userId="cb1de41f-d0a9-4c8b-9095-fa88b5d4678f" providerId="ADAL" clId="{E2A0B859-04CE-4714-8C81-52AA70A7C49E}" dt="2025-12-22T04:16:46.040" v="903" actId="1038"/>
          <ac:spMkLst>
            <pc:docMk/>
            <pc:sldMk cId="1254439374" sldId="262"/>
            <ac:spMk id="13" creationId="{9CA381FA-6D84-A699-F542-5E46EAF1804E}"/>
          </ac:spMkLst>
        </pc:spChg>
        <pc:spChg chg="add mod">
          <ac:chgData name="Phạm Thông" userId="cb1de41f-d0a9-4c8b-9095-fa88b5d4678f" providerId="ADAL" clId="{E2A0B859-04CE-4714-8C81-52AA70A7C49E}" dt="2025-12-22T04:16:51.599" v="915" actId="1036"/>
          <ac:spMkLst>
            <pc:docMk/>
            <pc:sldMk cId="1254439374" sldId="262"/>
            <ac:spMk id="14" creationId="{950381AC-2A7F-3C72-5F68-7CFA62EFA367}"/>
          </ac:spMkLst>
        </pc:spChg>
        <pc:spChg chg="add mod ord">
          <ac:chgData name="Phạm Thông" userId="cb1de41f-d0a9-4c8b-9095-fa88b5d4678f" providerId="ADAL" clId="{E2A0B859-04CE-4714-8C81-52AA70A7C49E}" dt="2025-12-22T04:15:38.332" v="787" actId="1076"/>
          <ac:spMkLst>
            <pc:docMk/>
            <pc:sldMk cId="1254439374" sldId="262"/>
            <ac:spMk id="15" creationId="{68F657CB-7E90-9DC3-A742-E0F57E338D52}"/>
          </ac:spMkLst>
        </pc:spChg>
        <pc:spChg chg="add mod ord">
          <ac:chgData name="Phạm Thông" userId="cb1de41f-d0a9-4c8b-9095-fa88b5d4678f" providerId="ADAL" clId="{E2A0B859-04CE-4714-8C81-52AA70A7C49E}" dt="2025-12-22T04:13:17.017" v="768" actId="167"/>
          <ac:spMkLst>
            <pc:docMk/>
            <pc:sldMk cId="1254439374" sldId="262"/>
            <ac:spMk id="16" creationId="{43DA85D0-0269-8E9A-DAA9-3E053B95CA91}"/>
          </ac:spMkLst>
        </pc:spChg>
        <pc:picChg chg="add mod ord modCrop">
          <ac:chgData name="Phạm Thông" userId="cb1de41f-d0a9-4c8b-9095-fa88b5d4678f" providerId="ADAL" clId="{E2A0B859-04CE-4714-8C81-52AA70A7C49E}" dt="2025-12-22T04:15:07.007" v="780" actId="12788"/>
          <ac:picMkLst>
            <pc:docMk/>
            <pc:sldMk cId="1254439374" sldId="262"/>
            <ac:picMk id="3" creationId="{3EA9C69C-C618-5E5C-A1A5-C00B0EA4B2E8}"/>
          </ac:picMkLst>
        </pc:picChg>
        <pc:picChg chg="add mod ord modCrop">
          <ac:chgData name="Phạm Thông" userId="cb1de41f-d0a9-4c8b-9095-fa88b5d4678f" providerId="ADAL" clId="{E2A0B859-04CE-4714-8C81-52AA70A7C49E}" dt="2025-12-22T04:15:20.528" v="784" actId="171"/>
          <ac:picMkLst>
            <pc:docMk/>
            <pc:sldMk cId="1254439374" sldId="262"/>
            <ac:picMk id="18" creationId="{3F7D8D6B-91A0-3AEA-31F4-CE8487FC695B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5119F-F299-570B-1370-009A986A54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79789-0D83-9CD4-1C3C-32CBDFC10D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A92F4E-01E0-21D4-FF81-C9897B789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A3E7CA-234B-844B-48A6-B12162D0D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3341B3-CE52-6098-D839-6E8FAE73C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8291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A8D72-5925-2E1D-B623-178EAECCE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3379AD-A61A-D2AE-F0AB-A6FF897C6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D8EB34-6BC8-42CE-5BCA-E921BB16A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A3250A-E826-9324-2928-739E76B1B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8B7D51-FF34-6029-A321-292F8723E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394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B0658-F254-8C67-C9BD-FDE17395E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D33304-CADE-504E-B77F-6ADBEAF875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4D8B8E-E854-1DC7-EBB6-E2049521E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21C88-A7C7-229E-C38B-1226CC321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2D04D9-93B3-0374-608A-D829B19B3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56349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E5AAF-0B40-3920-3970-34FEF6C95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AD115B-C68E-C46B-7E1F-82238E442A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7B60A5-ADC3-9706-D980-5F99B5E706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80D743-AA33-13F9-291B-957CAACB60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8DD318-F67C-2BF1-4BC9-B8EFDC3FB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2D2A01-DE63-05FB-10CA-FDF8FF9A0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644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E99EC-C89A-DDD8-D171-12B1A731A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17D553-03AD-E310-611D-BF2EA9FFE0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0860FD-74FB-9FF7-8C70-4432EC31C9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3BB56E-60E3-2384-4D27-AC4A19B83B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E58D71-DEC7-75E2-F59F-DF7B0AE5D8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58FEDF-7547-0EDD-035D-122E458E1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672C188-32C4-2DB8-AB8C-800594379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6291AA-12CD-0BBA-EF16-9153D33F6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5700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BD991-6623-88CF-5CD9-25AFDD404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4F80A3-35BA-4FA4-EF48-80DF364A8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95001D-542E-E098-5A80-0AC3D9ADB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D9B8B5-A1A0-E684-ADE5-61552A07A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47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E8723E7-2042-3121-ECD1-1D816D041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95C1F1-C3B0-5024-8CDC-3A125DD17E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FC7420-2076-E306-BCCF-E5E01BFBE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137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B91D4-BE7F-907E-B934-9FA075622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CFE18-3E68-2A4B-2462-8C4BD7872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4AF97D-EF95-8CA7-9F31-BDF9C23EB6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BBFBDC-2B64-2104-2534-B8CFE67C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AA70E8-8C80-AA09-0FB0-D6AEF4D28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EF7E94-7BF1-E8BF-D501-9DCEAA839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4200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C2E89-7863-8117-CCAC-893D14C29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B98793-97B9-2F0A-E10B-72A7B839AD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484F0C-8EC4-339A-FF8B-B9B0A407C5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2AF904-17F2-B08A-366C-6F3F6F2D5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2A778A-EFFC-8C17-EAE9-D96E3E8C80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DE98AE-9E4B-FBF3-8347-F00CFE25A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83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01001-E994-8DF1-A798-401252A79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642CC8-A2CE-09B1-D9FC-3327D4DE37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30FDD0-A74D-3977-24D9-47601BFF6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6D56AE-43BB-AEFC-7C32-6F07550A8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A5A8BC-6F43-EA36-B005-2D703BF1E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9912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C73451-12CA-6541-5CA2-F5E6BE5F83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47A2E2-D6FC-4D51-4C81-245771104D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A3399F-A129-6761-7F8E-96A7C4652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22DFD-DB99-45C6-9F20-54734D4D55A2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C1B025-0FA4-316E-CAE3-D56DBECAB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69ED31-5AAD-29DE-ED9B-140D0BBE2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897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8290E8-3404-63EF-94F7-11DF893F8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EE7E82-AC60-4A20-BA0A-5C570A4DBC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E77B55-934E-F2F7-B8BF-9102C93A01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B22DFD-DB99-45C6-9F20-54734D4D55A2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584F35-E62D-2B28-1258-AE20185FD7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3B8BFA-F98D-925A-7C95-760BDF74CF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3B0C48-F724-464F-B2C1-39D6C0B839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7178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EB6315-6EFD-16D2-9AC1-B6BB16ECCF41}"/>
              </a:ext>
            </a:extLst>
          </p:cNvPr>
          <p:cNvSpPr/>
          <p:nvPr/>
        </p:nvSpPr>
        <p:spPr>
          <a:xfrm>
            <a:off x="984738" y="902677"/>
            <a:ext cx="10146324" cy="4847492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927AB9-A05C-B5F1-B09F-66975DE5F8DC}"/>
              </a:ext>
            </a:extLst>
          </p:cNvPr>
          <p:cNvCxnSpPr>
            <a:cxnSpLocks/>
          </p:cNvCxnSpPr>
          <p:nvPr/>
        </p:nvCxnSpPr>
        <p:spPr>
          <a:xfrm>
            <a:off x="6096000" y="0"/>
            <a:ext cx="0" cy="685800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Multiplication Sign 11">
            <a:extLst>
              <a:ext uri="{FF2B5EF4-FFF2-40B4-BE49-F238E27FC236}">
                <a16:creationId xmlns:a16="http://schemas.microsoft.com/office/drawing/2014/main" id="{FC261EE4-B1EB-F6B2-6073-75B6913DD69B}"/>
              </a:ext>
            </a:extLst>
          </p:cNvPr>
          <p:cNvSpPr/>
          <p:nvPr/>
        </p:nvSpPr>
        <p:spPr>
          <a:xfrm>
            <a:off x="4653388" y="1624137"/>
            <a:ext cx="794714" cy="794714"/>
          </a:xfrm>
          <a:prstGeom prst="mathMultiply">
            <a:avLst>
              <a:gd name="adj1" fmla="val 6918"/>
            </a:avLst>
          </a:prstGeom>
          <a:solidFill>
            <a:srgbClr val="FF3300">
              <a:alpha val="78039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Multiplication Sign 12">
            <a:extLst>
              <a:ext uri="{FF2B5EF4-FFF2-40B4-BE49-F238E27FC236}">
                <a16:creationId xmlns:a16="http://schemas.microsoft.com/office/drawing/2014/main" id="{4A1072E4-437E-C2F8-1896-73E7C537BAD8}"/>
              </a:ext>
            </a:extLst>
          </p:cNvPr>
          <p:cNvSpPr/>
          <p:nvPr/>
        </p:nvSpPr>
        <p:spPr>
          <a:xfrm>
            <a:off x="2331483" y="2313528"/>
            <a:ext cx="794714" cy="794714"/>
          </a:xfrm>
          <a:prstGeom prst="mathMultiply">
            <a:avLst>
              <a:gd name="adj1" fmla="val 6918"/>
            </a:avLst>
          </a:prstGeom>
          <a:solidFill>
            <a:srgbClr val="FF3300">
              <a:alpha val="78039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6B7A1807-8D99-EDD9-0451-DB82B79ABC05}"/>
              </a:ext>
            </a:extLst>
          </p:cNvPr>
          <p:cNvSpPr/>
          <p:nvPr/>
        </p:nvSpPr>
        <p:spPr>
          <a:xfrm>
            <a:off x="2331483" y="4166265"/>
            <a:ext cx="794714" cy="794714"/>
          </a:xfrm>
          <a:prstGeom prst="mathMultiply">
            <a:avLst>
              <a:gd name="adj1" fmla="val 6918"/>
            </a:avLst>
          </a:prstGeom>
          <a:solidFill>
            <a:srgbClr val="FF3300">
              <a:alpha val="78039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Multiplication Sign 14">
            <a:extLst>
              <a:ext uri="{FF2B5EF4-FFF2-40B4-BE49-F238E27FC236}">
                <a16:creationId xmlns:a16="http://schemas.microsoft.com/office/drawing/2014/main" id="{B5CEEE48-BAD1-9938-A393-02CEB4ACF783}"/>
              </a:ext>
            </a:extLst>
          </p:cNvPr>
          <p:cNvSpPr/>
          <p:nvPr/>
        </p:nvSpPr>
        <p:spPr>
          <a:xfrm>
            <a:off x="3844311" y="3031643"/>
            <a:ext cx="794714" cy="794714"/>
          </a:xfrm>
          <a:prstGeom prst="mathMultiply">
            <a:avLst>
              <a:gd name="adj1" fmla="val 6918"/>
            </a:avLst>
          </a:prstGeom>
          <a:solidFill>
            <a:schemeClr val="tx1">
              <a:lumMod val="85000"/>
              <a:lumOff val="15000"/>
              <a:alpha val="78039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5221090-67E6-3683-63DA-E602EDF7920C}"/>
              </a:ext>
            </a:extLst>
          </p:cNvPr>
          <p:cNvCxnSpPr>
            <a:cxnSpLocks/>
          </p:cNvCxnSpPr>
          <p:nvPr/>
        </p:nvCxnSpPr>
        <p:spPr>
          <a:xfrm>
            <a:off x="2985829" y="2771412"/>
            <a:ext cx="948349" cy="407601"/>
          </a:xfrm>
          <a:prstGeom prst="straightConnector1">
            <a:avLst/>
          </a:prstGeom>
          <a:ln w="25400" cap="flat" cmpd="sng" algn="ctr">
            <a:solidFill>
              <a:schemeClr val="tx2"/>
            </a:solidFill>
            <a:prstDash val="dash"/>
            <a:round/>
            <a:headEnd type="arrow" w="lg" len="lg"/>
            <a:tailEnd type="arrow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D9AFDA1-6A77-E51C-1A49-A7093EBD5EBA}"/>
              </a:ext>
            </a:extLst>
          </p:cNvPr>
          <p:cNvCxnSpPr>
            <a:cxnSpLocks/>
          </p:cNvCxnSpPr>
          <p:nvPr/>
        </p:nvCxnSpPr>
        <p:spPr>
          <a:xfrm flipV="1">
            <a:off x="2935327" y="3712086"/>
            <a:ext cx="998851" cy="595722"/>
          </a:xfrm>
          <a:prstGeom prst="straightConnector1">
            <a:avLst/>
          </a:prstGeom>
          <a:ln w="25400" cap="flat" cmpd="sng" algn="ctr">
            <a:solidFill>
              <a:schemeClr val="tx2"/>
            </a:solidFill>
            <a:prstDash val="dash"/>
            <a:round/>
            <a:headEnd type="arrow" w="lg" len="lg"/>
            <a:tailEnd type="arrow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3ADF312-E986-E1DD-021E-3707313065CE}"/>
              </a:ext>
            </a:extLst>
          </p:cNvPr>
          <p:cNvCxnSpPr>
            <a:cxnSpLocks/>
          </p:cNvCxnSpPr>
          <p:nvPr/>
        </p:nvCxnSpPr>
        <p:spPr>
          <a:xfrm flipH="1">
            <a:off x="4472942" y="2387791"/>
            <a:ext cx="527178" cy="767242"/>
          </a:xfrm>
          <a:prstGeom prst="straightConnector1">
            <a:avLst/>
          </a:prstGeom>
          <a:ln w="25400" cap="flat" cmpd="sng" algn="ctr">
            <a:solidFill>
              <a:schemeClr val="tx2"/>
            </a:solidFill>
            <a:prstDash val="dash"/>
            <a:round/>
            <a:headEnd type="arrow" w="lg" len="lg"/>
            <a:tailEnd type="arrow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23A9517-3343-3EA4-1BE5-34FD1910F796}"/>
              </a:ext>
            </a:extLst>
          </p:cNvPr>
          <p:cNvCxnSpPr>
            <a:cxnSpLocks/>
          </p:cNvCxnSpPr>
          <p:nvPr/>
        </p:nvCxnSpPr>
        <p:spPr>
          <a:xfrm flipH="1">
            <a:off x="4565898" y="3429000"/>
            <a:ext cx="3330057" cy="0"/>
          </a:xfrm>
          <a:prstGeom prst="straightConnector1">
            <a:avLst/>
          </a:prstGeom>
          <a:ln w="25400" cap="flat" cmpd="sng" algn="ctr">
            <a:solidFill>
              <a:schemeClr val="tx2"/>
            </a:solidFill>
            <a:prstDash val="dash"/>
            <a:round/>
            <a:headEnd type="arrow" w="lg" len="lg"/>
            <a:tailEnd type="arrow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7" name="Multiplication Sign 36">
            <a:extLst>
              <a:ext uri="{FF2B5EF4-FFF2-40B4-BE49-F238E27FC236}">
                <a16:creationId xmlns:a16="http://schemas.microsoft.com/office/drawing/2014/main" id="{C2FE9769-B0B0-BD72-D4D0-593B8E3374C2}"/>
              </a:ext>
            </a:extLst>
          </p:cNvPr>
          <p:cNvSpPr/>
          <p:nvPr/>
        </p:nvSpPr>
        <p:spPr>
          <a:xfrm>
            <a:off x="7769121" y="3031643"/>
            <a:ext cx="794714" cy="794714"/>
          </a:xfrm>
          <a:prstGeom prst="mathMultiply">
            <a:avLst>
              <a:gd name="adj1" fmla="val 6918"/>
            </a:avLst>
          </a:prstGeom>
          <a:solidFill>
            <a:srgbClr val="FF3300">
              <a:alpha val="78039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575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445453-027F-957B-82BE-5E1DFA9F6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F461C83-2BB9-E9DD-8C21-E0162E39072E}"/>
              </a:ext>
            </a:extLst>
          </p:cNvPr>
          <p:cNvSpPr/>
          <p:nvPr/>
        </p:nvSpPr>
        <p:spPr>
          <a:xfrm>
            <a:off x="984738" y="902677"/>
            <a:ext cx="10146324" cy="4847492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0271FFF-03D4-968F-1B64-BBAE1559E7CD}"/>
              </a:ext>
            </a:extLst>
          </p:cNvPr>
          <p:cNvCxnSpPr>
            <a:cxnSpLocks/>
          </p:cNvCxnSpPr>
          <p:nvPr/>
        </p:nvCxnSpPr>
        <p:spPr>
          <a:xfrm>
            <a:off x="6096000" y="0"/>
            <a:ext cx="0" cy="68580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Multiplication Sign 12">
            <a:extLst>
              <a:ext uri="{FF2B5EF4-FFF2-40B4-BE49-F238E27FC236}">
                <a16:creationId xmlns:a16="http://schemas.microsoft.com/office/drawing/2014/main" id="{5B526914-56A0-54EB-AD18-9EBD12EB3D97}"/>
              </a:ext>
            </a:extLst>
          </p:cNvPr>
          <p:cNvSpPr/>
          <p:nvPr/>
        </p:nvSpPr>
        <p:spPr>
          <a:xfrm>
            <a:off x="1411296" y="1208146"/>
            <a:ext cx="794714" cy="794714"/>
          </a:xfrm>
          <a:prstGeom prst="mathMultiply">
            <a:avLst>
              <a:gd name="adj1" fmla="val 6918"/>
            </a:avLst>
          </a:prstGeom>
          <a:solidFill>
            <a:srgbClr val="FF3300">
              <a:alpha val="78039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Multiplication Sign 14">
            <a:extLst>
              <a:ext uri="{FF2B5EF4-FFF2-40B4-BE49-F238E27FC236}">
                <a16:creationId xmlns:a16="http://schemas.microsoft.com/office/drawing/2014/main" id="{F4B80D7E-C60A-A205-7AD3-89351DF79FE1}"/>
              </a:ext>
            </a:extLst>
          </p:cNvPr>
          <p:cNvSpPr/>
          <p:nvPr/>
        </p:nvSpPr>
        <p:spPr>
          <a:xfrm>
            <a:off x="3844311" y="3031643"/>
            <a:ext cx="794714" cy="794714"/>
          </a:xfrm>
          <a:prstGeom prst="mathMultiply">
            <a:avLst>
              <a:gd name="adj1" fmla="val 6918"/>
            </a:avLst>
          </a:prstGeom>
          <a:solidFill>
            <a:schemeClr val="tx1">
              <a:lumMod val="85000"/>
              <a:lumOff val="15000"/>
              <a:alpha val="78039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166F87F-1375-B960-FDF5-BFB13F79186D}"/>
              </a:ext>
            </a:extLst>
          </p:cNvPr>
          <p:cNvCxnSpPr>
            <a:cxnSpLocks/>
          </p:cNvCxnSpPr>
          <p:nvPr/>
        </p:nvCxnSpPr>
        <p:spPr>
          <a:xfrm>
            <a:off x="2090620" y="1858341"/>
            <a:ext cx="1843558" cy="1320672"/>
          </a:xfrm>
          <a:prstGeom prst="straightConnector1">
            <a:avLst/>
          </a:prstGeom>
          <a:ln w="25400" cap="flat" cmpd="sng" algn="ctr">
            <a:solidFill>
              <a:schemeClr val="tx2"/>
            </a:solidFill>
            <a:prstDash val="dash"/>
            <a:round/>
            <a:headEnd type="arrow" w="lg" len="lg"/>
            <a:tailEnd type="arrow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1AE7629-BF6B-BF95-AEA7-06D04269FC26}"/>
              </a:ext>
            </a:extLst>
          </p:cNvPr>
          <p:cNvCxnSpPr>
            <a:cxnSpLocks/>
          </p:cNvCxnSpPr>
          <p:nvPr/>
        </p:nvCxnSpPr>
        <p:spPr>
          <a:xfrm flipH="1">
            <a:off x="4565898" y="3429000"/>
            <a:ext cx="1915925" cy="0"/>
          </a:xfrm>
          <a:prstGeom prst="straightConnector1">
            <a:avLst/>
          </a:prstGeom>
          <a:ln w="25400" cap="flat" cmpd="sng" algn="ctr">
            <a:solidFill>
              <a:schemeClr val="tx2"/>
            </a:solidFill>
            <a:prstDash val="dash"/>
            <a:round/>
            <a:headEnd type="arrow" w="lg" len="lg"/>
            <a:tailEnd type="arrow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7" name="Multiplication Sign 36">
            <a:extLst>
              <a:ext uri="{FF2B5EF4-FFF2-40B4-BE49-F238E27FC236}">
                <a16:creationId xmlns:a16="http://schemas.microsoft.com/office/drawing/2014/main" id="{3C08EC25-74B9-0F52-3843-755318C83857}"/>
              </a:ext>
            </a:extLst>
          </p:cNvPr>
          <p:cNvSpPr/>
          <p:nvPr/>
        </p:nvSpPr>
        <p:spPr>
          <a:xfrm>
            <a:off x="6327282" y="3031643"/>
            <a:ext cx="794714" cy="794714"/>
          </a:xfrm>
          <a:prstGeom prst="mathMultiply">
            <a:avLst>
              <a:gd name="adj1" fmla="val 6918"/>
            </a:avLst>
          </a:prstGeom>
          <a:solidFill>
            <a:srgbClr val="FF3300">
              <a:alpha val="78039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360E28-92B0-E86F-E965-C122E6E3BEBF}"/>
              </a:ext>
            </a:extLst>
          </p:cNvPr>
          <p:cNvSpPr txBox="1"/>
          <p:nvPr/>
        </p:nvSpPr>
        <p:spPr>
          <a:xfrm>
            <a:off x="2985829" y="4999659"/>
            <a:ext cx="5004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>
                <a:solidFill>
                  <a:schemeClr val="tx2"/>
                </a:solidFill>
              </a:rPr>
              <a:t>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31446-43AF-DA00-9215-87BCCB96926D}"/>
              </a:ext>
            </a:extLst>
          </p:cNvPr>
          <p:cNvSpPr txBox="1"/>
          <p:nvPr/>
        </p:nvSpPr>
        <p:spPr>
          <a:xfrm>
            <a:off x="8455486" y="4999659"/>
            <a:ext cx="5581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>
                <a:solidFill>
                  <a:schemeClr val="tx2"/>
                </a:solidFill>
              </a:rPr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1276229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96A3EDF-2948-6450-8FB7-1A31F3A1D0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4787661"/>
              </p:ext>
            </p:extLst>
          </p:nvPr>
        </p:nvGraphicFramePr>
        <p:xfrm>
          <a:off x="997913" y="1574800"/>
          <a:ext cx="4622500" cy="370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62250">
                  <a:extLst>
                    <a:ext uri="{9D8B030D-6E8A-4147-A177-3AD203B41FA5}">
                      <a16:colId xmlns:a16="http://schemas.microsoft.com/office/drawing/2014/main" val="422131534"/>
                    </a:ext>
                  </a:extLst>
                </a:gridCol>
                <a:gridCol w="462250">
                  <a:extLst>
                    <a:ext uri="{9D8B030D-6E8A-4147-A177-3AD203B41FA5}">
                      <a16:colId xmlns:a16="http://schemas.microsoft.com/office/drawing/2014/main" val="629250132"/>
                    </a:ext>
                  </a:extLst>
                </a:gridCol>
                <a:gridCol w="462250">
                  <a:extLst>
                    <a:ext uri="{9D8B030D-6E8A-4147-A177-3AD203B41FA5}">
                      <a16:colId xmlns:a16="http://schemas.microsoft.com/office/drawing/2014/main" val="502619958"/>
                    </a:ext>
                  </a:extLst>
                </a:gridCol>
                <a:gridCol w="462250">
                  <a:extLst>
                    <a:ext uri="{9D8B030D-6E8A-4147-A177-3AD203B41FA5}">
                      <a16:colId xmlns:a16="http://schemas.microsoft.com/office/drawing/2014/main" val="1380321012"/>
                    </a:ext>
                  </a:extLst>
                </a:gridCol>
                <a:gridCol w="462250">
                  <a:extLst>
                    <a:ext uri="{9D8B030D-6E8A-4147-A177-3AD203B41FA5}">
                      <a16:colId xmlns:a16="http://schemas.microsoft.com/office/drawing/2014/main" val="659905740"/>
                    </a:ext>
                  </a:extLst>
                </a:gridCol>
                <a:gridCol w="462250">
                  <a:extLst>
                    <a:ext uri="{9D8B030D-6E8A-4147-A177-3AD203B41FA5}">
                      <a16:colId xmlns:a16="http://schemas.microsoft.com/office/drawing/2014/main" val="2924599126"/>
                    </a:ext>
                  </a:extLst>
                </a:gridCol>
                <a:gridCol w="462250">
                  <a:extLst>
                    <a:ext uri="{9D8B030D-6E8A-4147-A177-3AD203B41FA5}">
                      <a16:colId xmlns:a16="http://schemas.microsoft.com/office/drawing/2014/main" val="3075818111"/>
                    </a:ext>
                  </a:extLst>
                </a:gridCol>
                <a:gridCol w="462250">
                  <a:extLst>
                    <a:ext uri="{9D8B030D-6E8A-4147-A177-3AD203B41FA5}">
                      <a16:colId xmlns:a16="http://schemas.microsoft.com/office/drawing/2014/main" val="3125537976"/>
                    </a:ext>
                  </a:extLst>
                </a:gridCol>
                <a:gridCol w="462250">
                  <a:extLst>
                    <a:ext uri="{9D8B030D-6E8A-4147-A177-3AD203B41FA5}">
                      <a16:colId xmlns:a16="http://schemas.microsoft.com/office/drawing/2014/main" val="3213295594"/>
                    </a:ext>
                  </a:extLst>
                </a:gridCol>
                <a:gridCol w="462250">
                  <a:extLst>
                    <a:ext uri="{9D8B030D-6E8A-4147-A177-3AD203B41FA5}">
                      <a16:colId xmlns:a16="http://schemas.microsoft.com/office/drawing/2014/main" val="2135092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E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L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E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P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H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N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4585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25801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R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5288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E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31044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L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65709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E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20899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V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03236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30508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N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7924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3</a:t>
                      </a:r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053107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B2666C0-A672-84C8-E163-BC31F78754CC}"/>
              </a:ext>
            </a:extLst>
          </p:cNvPr>
          <p:cNvSpPr txBox="1"/>
          <p:nvPr/>
        </p:nvSpPr>
        <p:spPr>
          <a:xfrm>
            <a:off x="6292560" y="2416160"/>
            <a:ext cx="403988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/>
              <a:t>E  L  E  P  H  A  N  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FB5071-3481-210D-66BB-9ECB03B17FFF}"/>
              </a:ext>
            </a:extLst>
          </p:cNvPr>
          <p:cNvSpPr txBox="1"/>
          <p:nvPr/>
        </p:nvSpPr>
        <p:spPr>
          <a:xfrm>
            <a:off x="6349828" y="3647452"/>
            <a:ext cx="40751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>
                <a:solidFill>
                  <a:schemeClr val="bg2">
                    <a:lumMod val="90000"/>
                  </a:schemeClr>
                </a:solidFill>
              </a:rPr>
              <a:t>R  </a:t>
            </a:r>
            <a:r>
              <a:rPr lang="en-US" sz="4000"/>
              <a:t>E  L  E	 V  A  N  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F7B088-2672-4DBA-4014-684B633AF162}"/>
              </a:ext>
            </a:extLst>
          </p:cNvPr>
          <p:cNvSpPr txBox="1"/>
          <p:nvPr/>
        </p:nvSpPr>
        <p:spPr>
          <a:xfrm>
            <a:off x="6201088" y="4265653"/>
            <a:ext cx="813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tx2">
                    <a:lumMod val="50000"/>
                    <a:lumOff val="50000"/>
                  </a:schemeClr>
                </a:solidFill>
              </a:rPr>
              <a:t>delete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06E57F-793A-7D3F-FD92-D01A9CC5D175}"/>
              </a:ext>
            </a:extLst>
          </p:cNvPr>
          <p:cNvSpPr txBox="1"/>
          <p:nvPr/>
        </p:nvSpPr>
        <p:spPr>
          <a:xfrm>
            <a:off x="8331935" y="4283870"/>
            <a:ext cx="7521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tx2">
                    <a:lumMod val="50000"/>
                    <a:lumOff val="50000"/>
                  </a:schemeClr>
                </a:solidFill>
              </a:rPr>
              <a:t>insert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CA4451-23AA-A1B3-276E-88C22E383155}"/>
              </a:ext>
            </a:extLst>
          </p:cNvPr>
          <p:cNvSpPr txBox="1"/>
          <p:nvPr/>
        </p:nvSpPr>
        <p:spPr>
          <a:xfrm>
            <a:off x="8504283" y="3201083"/>
            <a:ext cx="9365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tx2">
                    <a:lumMod val="50000"/>
                    <a:lumOff val="50000"/>
                  </a:schemeClr>
                </a:solidFill>
              </a:rPr>
              <a:t>replace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A86706F-5368-EB6E-4012-4509FE4CADDE}"/>
              </a:ext>
            </a:extLst>
          </p:cNvPr>
          <p:cNvCxnSpPr>
            <a:cxnSpLocks/>
          </p:cNvCxnSpPr>
          <p:nvPr/>
        </p:nvCxnSpPr>
        <p:spPr>
          <a:xfrm>
            <a:off x="8504283" y="3021697"/>
            <a:ext cx="0" cy="738019"/>
          </a:xfrm>
          <a:prstGeom prst="line">
            <a:avLst/>
          </a:prstGeom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79F5465-4852-9EAE-DF5F-FDE60C52C463}"/>
              </a:ext>
            </a:extLst>
          </p:cNvPr>
          <p:cNvCxnSpPr>
            <a:cxnSpLocks/>
          </p:cNvCxnSpPr>
          <p:nvPr/>
        </p:nvCxnSpPr>
        <p:spPr>
          <a:xfrm flipH="1">
            <a:off x="6292560" y="3759716"/>
            <a:ext cx="553714" cy="505937"/>
          </a:xfrm>
          <a:prstGeom prst="line">
            <a:avLst/>
          </a:prstGeom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9FC8192-3985-30F0-2892-750CDDE8E02B}"/>
              </a:ext>
            </a:extLst>
          </p:cNvPr>
          <p:cNvSpPr txBox="1"/>
          <p:nvPr/>
        </p:nvSpPr>
        <p:spPr>
          <a:xfrm>
            <a:off x="8078492" y="4760772"/>
            <a:ext cx="4427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spc="-300">
                <a:solidFill>
                  <a:schemeClr val="tx2">
                    <a:lumMod val="50000"/>
                    <a:lumOff val="50000"/>
                  </a:schemeClr>
                </a:solidFill>
              </a:rPr>
              <a:t>P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1F3BBAD-DC0D-0092-ADAA-0645CD01CACF}"/>
              </a:ext>
            </a:extLst>
          </p:cNvPr>
          <p:cNvCxnSpPr>
            <a:cxnSpLocks/>
          </p:cNvCxnSpPr>
          <p:nvPr/>
        </p:nvCxnSpPr>
        <p:spPr>
          <a:xfrm flipV="1">
            <a:off x="8299867" y="4052886"/>
            <a:ext cx="0" cy="725314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2739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83D4EB6-0D7E-3B89-F33D-30EA238837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0468607"/>
              </p:ext>
            </p:extLst>
          </p:nvPr>
        </p:nvGraphicFramePr>
        <p:xfrm>
          <a:off x="3798564" y="1303733"/>
          <a:ext cx="445976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5976">
                  <a:extLst>
                    <a:ext uri="{9D8B030D-6E8A-4147-A177-3AD203B41FA5}">
                      <a16:colId xmlns:a16="http://schemas.microsoft.com/office/drawing/2014/main" val="1485278154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2881787232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3000371429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2998613425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2374108893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4071556999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80334061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523278044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662703729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17744775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9017895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F872D3E-AE22-8BCA-44E5-6B9D051990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9297590"/>
              </p:ext>
            </p:extLst>
          </p:nvPr>
        </p:nvGraphicFramePr>
        <p:xfrm>
          <a:off x="3798564" y="1915727"/>
          <a:ext cx="445976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5976">
                  <a:extLst>
                    <a:ext uri="{9D8B030D-6E8A-4147-A177-3AD203B41FA5}">
                      <a16:colId xmlns:a16="http://schemas.microsoft.com/office/drawing/2014/main" val="1485278154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2881787232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3000371429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2998613425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2374108893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4071556999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80334061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523278044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662703729"/>
                    </a:ext>
                  </a:extLst>
                </a:gridCol>
                <a:gridCol w="445976">
                  <a:extLst>
                    <a:ext uri="{9D8B030D-6E8A-4147-A177-3AD203B41FA5}">
                      <a16:colId xmlns:a16="http://schemas.microsoft.com/office/drawing/2014/main" val="17744775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901789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02A74F7-19F6-42D2-B829-D097D6436099}"/>
                  </a:ext>
                </a:extLst>
              </p:cNvPr>
              <p:cNvSpPr txBox="1"/>
              <p:nvPr/>
            </p:nvSpPr>
            <p:spPr>
              <a:xfrm>
                <a:off x="3322743" y="1243686"/>
                <a:ext cx="425818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320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02A74F7-19F6-42D2-B829-D097D64360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2743" y="1243686"/>
                <a:ext cx="425818" cy="430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7033B32-854D-DB90-0FEC-75CE19139E8A}"/>
                  </a:ext>
                </a:extLst>
              </p:cNvPr>
              <p:cNvSpPr txBox="1"/>
              <p:nvPr/>
            </p:nvSpPr>
            <p:spPr>
              <a:xfrm>
                <a:off x="3322743" y="1844959"/>
                <a:ext cx="425818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80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7033B32-854D-DB90-0FEC-75CE19139E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2743" y="1844959"/>
                <a:ext cx="425818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12D209C-01FA-D21F-9F8B-6FE345B04CFC}"/>
              </a:ext>
            </a:extLst>
          </p:cNvPr>
          <p:cNvCxnSpPr/>
          <p:nvPr/>
        </p:nvCxnSpPr>
        <p:spPr>
          <a:xfrm>
            <a:off x="4922134" y="1674573"/>
            <a:ext cx="0" cy="241154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B28568B-B40D-1765-AE63-888AEDC45CB7}"/>
              </a:ext>
            </a:extLst>
          </p:cNvPr>
          <p:cNvCxnSpPr/>
          <p:nvPr/>
        </p:nvCxnSpPr>
        <p:spPr>
          <a:xfrm>
            <a:off x="6694990" y="1674573"/>
            <a:ext cx="0" cy="241154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99349DD-74A4-EDF6-B90B-52CA518BD680}"/>
              </a:ext>
            </a:extLst>
          </p:cNvPr>
          <p:cNvCxnSpPr/>
          <p:nvPr/>
        </p:nvCxnSpPr>
        <p:spPr>
          <a:xfrm>
            <a:off x="7593958" y="1674573"/>
            <a:ext cx="0" cy="241154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27202676-4A4C-BCC5-F094-0CFE21B4B157}"/>
              </a:ext>
            </a:extLst>
          </p:cNvPr>
          <p:cNvSpPr/>
          <p:nvPr/>
        </p:nvSpPr>
        <p:spPr>
          <a:xfrm>
            <a:off x="4692092" y="1183511"/>
            <a:ext cx="442724" cy="1224023"/>
          </a:xfrm>
          <a:prstGeom prst="rect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32C202-057C-80DD-A1E8-4479BAE67DED}"/>
              </a:ext>
            </a:extLst>
          </p:cNvPr>
          <p:cNvSpPr/>
          <p:nvPr/>
        </p:nvSpPr>
        <p:spPr>
          <a:xfrm>
            <a:off x="6473628" y="1183138"/>
            <a:ext cx="442724" cy="1224023"/>
          </a:xfrm>
          <a:prstGeom prst="rect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104AD8-2D74-F3F7-22CB-760DE816A47E}"/>
              </a:ext>
            </a:extLst>
          </p:cNvPr>
          <p:cNvSpPr/>
          <p:nvPr/>
        </p:nvSpPr>
        <p:spPr>
          <a:xfrm>
            <a:off x="7365361" y="1183138"/>
            <a:ext cx="442724" cy="1224023"/>
          </a:xfrm>
          <a:prstGeom prst="rect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3280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E9099FA-FA64-5FA3-5CCD-EBF9B6AAD2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256" y="0"/>
            <a:ext cx="9444789" cy="68580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7CBBC60-B6DF-0658-5798-F732CD007897}"/>
                  </a:ext>
                </a:extLst>
              </p:cNvPr>
              <p:cNvSpPr txBox="1"/>
              <p:nvPr/>
            </p:nvSpPr>
            <p:spPr>
              <a:xfrm>
                <a:off x="464553" y="4564174"/>
                <a:ext cx="179799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={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,…,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7CBBC60-B6DF-0658-5798-F732CD0078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53" y="4564174"/>
                <a:ext cx="1797993" cy="276999"/>
              </a:xfrm>
              <a:prstGeom prst="rect">
                <a:avLst/>
              </a:prstGeom>
              <a:blipFill>
                <a:blip r:embed="rId3"/>
                <a:stretch>
                  <a:fillRect l="-2034" t="-4444" r="-4068" b="-3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047CFA3-EE6F-5366-D92B-92BCB07E1B47}"/>
                  </a:ext>
                </a:extLst>
              </p:cNvPr>
              <p:cNvSpPr txBox="1"/>
              <p:nvPr/>
            </p:nvSpPr>
            <p:spPr>
              <a:xfrm>
                <a:off x="9332104" y="4380501"/>
                <a:ext cx="2592313" cy="3673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𝑎𝑟𝑔𝑚𝑖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047CFA3-EE6F-5366-D92B-92BCB07E1B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2104" y="4380501"/>
                <a:ext cx="2592313" cy="367345"/>
              </a:xfrm>
              <a:prstGeom prst="rect">
                <a:avLst/>
              </a:prstGeom>
              <a:blipFill>
                <a:blip r:embed="rId4"/>
                <a:stretch>
                  <a:fillRect l="-1882" r="-471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70189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A9C69C-C618-5E5C-A1A5-C00B0EA4B2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6751"/>
          <a:stretch>
            <a:fillRect/>
          </a:stretch>
        </p:blipFill>
        <p:spPr>
          <a:xfrm>
            <a:off x="1623442" y="125412"/>
            <a:ext cx="8945116" cy="3526402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43DA85D0-0269-8E9A-DAA9-3E053B95CA91}"/>
              </a:ext>
            </a:extLst>
          </p:cNvPr>
          <p:cNvSpPr/>
          <p:nvPr/>
        </p:nvSpPr>
        <p:spPr>
          <a:xfrm>
            <a:off x="9440208" y="1387994"/>
            <a:ext cx="1127478" cy="2645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8F657CB-7E90-9DC3-A742-E0F57E338D52}"/>
              </a:ext>
            </a:extLst>
          </p:cNvPr>
          <p:cNvSpPr/>
          <p:nvPr/>
        </p:nvSpPr>
        <p:spPr>
          <a:xfrm>
            <a:off x="9281149" y="292549"/>
            <a:ext cx="1127478" cy="2893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D9BDEA9-FC50-DDF8-97A3-1090599B86D4}"/>
                  </a:ext>
                </a:extLst>
              </p:cNvPr>
              <p:cNvSpPr txBox="1"/>
              <p:nvPr/>
            </p:nvSpPr>
            <p:spPr>
              <a:xfrm>
                <a:off x="9307211" y="253172"/>
                <a:ext cx="787588" cy="2893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∈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</m:sup>
                      </m:sSup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D9BDEA9-FC50-DDF8-97A3-1090599B8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7211" y="253172"/>
                <a:ext cx="787588" cy="289310"/>
              </a:xfrm>
              <a:prstGeom prst="rect">
                <a:avLst/>
              </a:prstGeom>
              <a:blipFill>
                <a:blip r:embed="rId3"/>
                <a:stretch>
                  <a:fillRect l="-4651" t="-4255" r="-3101" b="-63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584EADF-9E7B-F41E-29AA-9043BD324EE5}"/>
                  </a:ext>
                </a:extLst>
              </p:cNvPr>
              <p:cNvSpPr txBox="1"/>
              <p:nvPr/>
            </p:nvSpPr>
            <p:spPr>
              <a:xfrm>
                <a:off x="3057697" y="1459946"/>
                <a:ext cx="241028" cy="2993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584EADF-9E7B-F41E-29AA-9043BD324E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7697" y="1459946"/>
                <a:ext cx="241028" cy="299313"/>
              </a:xfrm>
              <a:prstGeom prst="rect">
                <a:avLst/>
              </a:prstGeom>
              <a:blipFill>
                <a:blip r:embed="rId4"/>
                <a:stretch>
                  <a:fillRect l="-15385" r="-17949" b="-2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E971AE7-6F5D-9507-1F2B-1A927D5E88D0}"/>
                  </a:ext>
                </a:extLst>
              </p:cNvPr>
              <p:cNvSpPr txBox="1"/>
              <p:nvPr/>
            </p:nvSpPr>
            <p:spPr>
              <a:xfrm>
                <a:off x="4779276" y="1459946"/>
                <a:ext cx="241028" cy="2993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E971AE7-6F5D-9507-1F2B-1A927D5E88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9276" y="1459946"/>
                <a:ext cx="241028" cy="299313"/>
              </a:xfrm>
              <a:prstGeom prst="rect">
                <a:avLst/>
              </a:prstGeom>
              <a:blipFill>
                <a:blip r:embed="rId5"/>
                <a:stretch>
                  <a:fillRect l="-15000" r="-15000" b="-2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47FA349-78C2-4032-4412-2C68CFD92713}"/>
                  </a:ext>
                </a:extLst>
              </p:cNvPr>
              <p:cNvSpPr txBox="1"/>
              <p:nvPr/>
            </p:nvSpPr>
            <p:spPr>
              <a:xfrm>
                <a:off x="6421039" y="1465588"/>
                <a:ext cx="241028" cy="2993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47FA349-78C2-4032-4412-2C68CFD927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1039" y="1465588"/>
                <a:ext cx="241028" cy="299313"/>
              </a:xfrm>
              <a:prstGeom prst="rect">
                <a:avLst/>
              </a:prstGeom>
              <a:blipFill>
                <a:blip r:embed="rId6"/>
                <a:stretch>
                  <a:fillRect l="-15000" r="-15000" b="-2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E59DC15-6224-7DF5-6157-150831AAFABE}"/>
                  </a:ext>
                </a:extLst>
              </p:cNvPr>
              <p:cNvSpPr txBox="1"/>
              <p:nvPr/>
            </p:nvSpPr>
            <p:spPr>
              <a:xfrm>
                <a:off x="8074376" y="1469014"/>
                <a:ext cx="241028" cy="2993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E59DC15-6224-7DF5-6157-150831AAFA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4376" y="1469014"/>
                <a:ext cx="241028" cy="299313"/>
              </a:xfrm>
              <a:prstGeom prst="rect">
                <a:avLst/>
              </a:prstGeom>
              <a:blipFill>
                <a:blip r:embed="rId7"/>
                <a:stretch>
                  <a:fillRect l="-15385" r="-17949" b="-244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1459236-C13C-F462-7E8C-1EC248865111}"/>
                  </a:ext>
                </a:extLst>
              </p:cNvPr>
              <p:cNvSpPr txBox="1"/>
              <p:nvPr/>
            </p:nvSpPr>
            <p:spPr>
              <a:xfrm>
                <a:off x="9281149" y="1448372"/>
                <a:ext cx="1939057" cy="3105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0" smtClean="0">
                          <a:latin typeface="Cambria Math" panose="02040503050406030204" pitchFamily="18" charset="0"/>
                        </a:rPr>
                        <m:t>subvectors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1459236-C13C-F462-7E8C-1EC2488651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1149" y="1448372"/>
                <a:ext cx="1939057" cy="310598"/>
              </a:xfrm>
              <a:prstGeom prst="rect">
                <a:avLst/>
              </a:prstGeom>
              <a:blipFill>
                <a:blip r:embed="rId8"/>
                <a:stretch>
                  <a:fillRect l="-2821" r="-313" b="-215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DB9E504-415D-F6CF-3EEC-C1881488066A}"/>
                  </a:ext>
                </a:extLst>
              </p:cNvPr>
              <p:cNvSpPr txBox="1"/>
              <p:nvPr/>
            </p:nvSpPr>
            <p:spPr>
              <a:xfrm>
                <a:off x="2261066" y="3567954"/>
                <a:ext cx="1666354" cy="2327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</m:sSub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,2</m:t>
                          </m:r>
                        </m:sub>
                      </m:sSub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140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DB9E504-415D-F6CF-3EEC-C188148806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1066" y="3567954"/>
                <a:ext cx="1666354" cy="232756"/>
              </a:xfrm>
              <a:prstGeom prst="rect">
                <a:avLst/>
              </a:prstGeom>
              <a:blipFill>
                <a:blip r:embed="rId9"/>
                <a:stretch>
                  <a:fillRect l="-2198" r="-3663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3F7D8D6B-91A0-3AEA-31F4-CE8487FC69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829"/>
          <a:stretch>
            <a:fillRect/>
          </a:stretch>
        </p:blipFill>
        <p:spPr>
          <a:xfrm>
            <a:off x="1623442" y="3866586"/>
            <a:ext cx="8945116" cy="299141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AD849E9-AA77-21A0-BBDB-E31E39CDB1DB}"/>
                  </a:ext>
                </a:extLst>
              </p:cNvPr>
              <p:cNvSpPr txBox="1"/>
              <p:nvPr/>
            </p:nvSpPr>
            <p:spPr>
              <a:xfrm>
                <a:off x="2556086" y="4669323"/>
                <a:ext cx="129054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fr-F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sz="1600" i="1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fr-F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sSub>
                        <m:sSubPr>
                          <m:ctrlPr>
                            <a:rPr lang="fr-F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AD849E9-AA77-21A0-BBDB-E31E39CDB1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6086" y="4669323"/>
                <a:ext cx="1290546" cy="246221"/>
              </a:xfrm>
              <a:prstGeom prst="rect">
                <a:avLst/>
              </a:prstGeom>
              <a:blipFill>
                <a:blip r:embed="rId10"/>
                <a:stretch>
                  <a:fillRect l="-3774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6FDC299-5ED1-0534-4EC4-AD44F7F18F82}"/>
                  </a:ext>
                </a:extLst>
              </p:cNvPr>
              <p:cNvSpPr txBox="1"/>
              <p:nvPr/>
            </p:nvSpPr>
            <p:spPr>
              <a:xfrm>
                <a:off x="4214116" y="4655914"/>
                <a:ext cx="129054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fr-F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sz="1600" i="1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fr-F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sSub>
                        <m:sSubPr>
                          <m:ctrlPr>
                            <a:rPr lang="fr-F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6FDC299-5ED1-0534-4EC4-AD44F7F18F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4116" y="4655914"/>
                <a:ext cx="1290546" cy="246221"/>
              </a:xfrm>
              <a:prstGeom prst="rect">
                <a:avLst/>
              </a:prstGeom>
              <a:blipFill>
                <a:blip r:embed="rId11"/>
                <a:stretch>
                  <a:fillRect l="-3774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CA381FA-6D84-A699-F542-5E46EAF1804E}"/>
                  </a:ext>
                </a:extLst>
              </p:cNvPr>
              <p:cNvSpPr txBox="1"/>
              <p:nvPr/>
            </p:nvSpPr>
            <p:spPr>
              <a:xfrm>
                <a:off x="5849972" y="4667490"/>
                <a:ext cx="129054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fr-F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sz="1600" i="1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fr-F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sSub>
                        <m:sSubPr>
                          <m:ctrlPr>
                            <a:rPr lang="fr-F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CA381FA-6D84-A699-F542-5E46EAF180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9972" y="4667490"/>
                <a:ext cx="1290546" cy="246221"/>
              </a:xfrm>
              <a:prstGeom prst="rect">
                <a:avLst/>
              </a:prstGeom>
              <a:blipFill>
                <a:blip r:embed="rId12"/>
                <a:stretch>
                  <a:fillRect l="-3791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50381AC-2A7F-3C72-5F68-7CFA62EFA367}"/>
                  </a:ext>
                </a:extLst>
              </p:cNvPr>
              <p:cNvSpPr txBox="1"/>
              <p:nvPr/>
            </p:nvSpPr>
            <p:spPr>
              <a:xfrm>
                <a:off x="7514765" y="4661700"/>
                <a:ext cx="129054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fr-F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sz="1600" i="1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fr-F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sSub>
                        <m:sSubPr>
                          <m:ctrlPr>
                            <a:rPr lang="fr-F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50381AC-2A7F-3C72-5F68-7CFA62EFA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4765" y="4661700"/>
                <a:ext cx="1290546" cy="246221"/>
              </a:xfrm>
              <a:prstGeom prst="rect">
                <a:avLst/>
              </a:prstGeom>
              <a:blipFill>
                <a:blip r:embed="rId13"/>
                <a:stretch>
                  <a:fillRect l="-3791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44393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292</TotalTime>
  <Words>196</Words>
  <Application>Microsoft Office PowerPoint</Application>
  <PresentationFormat>Widescreen</PresentationFormat>
  <Paragraphs>140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Phạm Thông</dc:creator>
  <cp:lastModifiedBy>Phạm Thông</cp:lastModifiedBy>
  <cp:revision>1</cp:revision>
  <dcterms:created xsi:type="dcterms:W3CDTF">2025-12-01T05:35:15Z</dcterms:created>
  <dcterms:modified xsi:type="dcterms:W3CDTF">2025-12-22T04:16:55Z</dcterms:modified>
</cp:coreProperties>
</file>